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4" r:id="rId10"/>
    <p:sldId id="272" r:id="rId11"/>
    <p:sldId id="265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87578"/>
  </p:normalViewPr>
  <p:slideViewPr>
    <p:cSldViewPr snapToGrid="0" snapToObjects="1">
      <p:cViewPr varScale="1">
        <p:scale>
          <a:sx n="97" d="100"/>
          <a:sy n="97" d="100"/>
        </p:scale>
        <p:origin x="68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1604CA-F0F2-4A5B-8F59-3D15F4F5488D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9C3EDD-3C07-43BE-8051-2D015B8325EA}">
      <dgm:prSet custT="1"/>
      <dgm:spPr/>
      <dgm:t>
        <a:bodyPr/>
        <a:lstStyle/>
        <a:p>
          <a:r>
            <a:rPr lang="en-US" sz="2000"/>
            <a:t>Dataset : Seattle Building Energy Benchmarking 2016</a:t>
          </a:r>
        </a:p>
      </dgm:t>
    </dgm:pt>
    <dgm:pt modelId="{37A1B555-FB83-4CA9-84F4-49AA35F57C6B}" type="parTrans" cxnId="{A7B323C5-0A40-4570-A7C7-2D042D731DE8}">
      <dgm:prSet/>
      <dgm:spPr/>
      <dgm:t>
        <a:bodyPr/>
        <a:lstStyle/>
        <a:p>
          <a:endParaRPr lang="en-US"/>
        </a:p>
      </dgm:t>
    </dgm:pt>
    <dgm:pt modelId="{00801351-E317-4E40-A635-90CB376201C6}" type="sibTrans" cxnId="{A7B323C5-0A40-4570-A7C7-2D042D731DE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1CC7CF6-F698-43AA-9A5F-346F600746F3}">
      <dgm:prSet custT="1"/>
      <dgm:spPr/>
      <dgm:t>
        <a:bodyPr/>
        <a:lstStyle/>
        <a:p>
          <a:r>
            <a:rPr lang="en-US" sz="2000"/>
            <a:t>Objectif : prédire la consommation énergétique et emission Co2</a:t>
          </a:r>
        </a:p>
      </dgm:t>
    </dgm:pt>
    <dgm:pt modelId="{EE884DAD-D5B9-431D-9294-8759720E301A}" type="parTrans" cxnId="{ECDC71D9-990F-47F8-968A-B8ABB17CB55D}">
      <dgm:prSet/>
      <dgm:spPr/>
      <dgm:t>
        <a:bodyPr/>
        <a:lstStyle/>
        <a:p>
          <a:endParaRPr lang="en-US"/>
        </a:p>
      </dgm:t>
    </dgm:pt>
    <dgm:pt modelId="{F27A0EA8-4CF8-4BA6-B960-FF22F8F3DE4A}" type="sibTrans" cxnId="{ECDC71D9-990F-47F8-968A-B8ABB17CB55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75269F-43B6-4E9B-8EDF-7E8D5932FCB8}">
      <dgm:prSet custT="1"/>
      <dgm:spPr/>
      <dgm:t>
        <a:bodyPr/>
        <a:lstStyle/>
        <a:p>
          <a:r>
            <a:rPr lang="en-US" sz="2000"/>
            <a:t>Bâtiments de différents types avec usages multiples</a:t>
          </a:r>
        </a:p>
      </dgm:t>
    </dgm:pt>
    <dgm:pt modelId="{3DEBD944-4E5A-44F9-91EB-26177DDF2196}" type="parTrans" cxnId="{16E2DCF6-1AA2-4E23-86B8-D7486742E84D}">
      <dgm:prSet/>
      <dgm:spPr/>
      <dgm:t>
        <a:bodyPr/>
        <a:lstStyle/>
        <a:p>
          <a:endParaRPr lang="en-US"/>
        </a:p>
      </dgm:t>
    </dgm:pt>
    <dgm:pt modelId="{44816FBE-D6C4-483A-9565-89BB164C0E42}" type="sibTrans" cxnId="{16E2DCF6-1AA2-4E23-86B8-D7486742E84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7804FD1-A0BB-6C4B-ABE3-DE7F86889433}" type="pres">
      <dgm:prSet presAssocID="{391604CA-F0F2-4A5B-8F59-3D15F4F5488D}" presName="Name0" presStyleCnt="0">
        <dgm:presLayoutVars>
          <dgm:animLvl val="lvl"/>
          <dgm:resizeHandles val="exact"/>
        </dgm:presLayoutVars>
      </dgm:prSet>
      <dgm:spPr/>
    </dgm:pt>
    <dgm:pt modelId="{BC17C972-CBEF-484E-A78A-454F355E2129}" type="pres">
      <dgm:prSet presAssocID="{6D9C3EDD-3C07-43BE-8051-2D015B8325EA}" presName="compositeNode" presStyleCnt="0">
        <dgm:presLayoutVars>
          <dgm:bulletEnabled val="1"/>
        </dgm:presLayoutVars>
      </dgm:prSet>
      <dgm:spPr/>
    </dgm:pt>
    <dgm:pt modelId="{19C60E7B-8AA4-F24D-A5C7-2604D756E55B}" type="pres">
      <dgm:prSet presAssocID="{6D9C3EDD-3C07-43BE-8051-2D015B8325EA}" presName="bgRect" presStyleLbl="bgAccFollowNode1" presStyleIdx="0" presStyleCnt="3" custLinFactNeighborX="-47119" custLinFactNeighborY="-7285"/>
      <dgm:spPr/>
    </dgm:pt>
    <dgm:pt modelId="{C64A6787-B586-FF46-80D7-F1A23DAF73F2}" type="pres">
      <dgm:prSet presAssocID="{00801351-E317-4E40-A635-90CB376201C6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9FDE5ED5-70D9-904A-B084-7CEA915C8277}" type="pres">
      <dgm:prSet presAssocID="{6D9C3EDD-3C07-43BE-8051-2D015B8325EA}" presName="bottomLine" presStyleLbl="alignNode1" presStyleIdx="1" presStyleCnt="6">
        <dgm:presLayoutVars/>
      </dgm:prSet>
      <dgm:spPr/>
    </dgm:pt>
    <dgm:pt modelId="{102CCE62-6B11-5345-86A3-FD79DD78DFCE}" type="pres">
      <dgm:prSet presAssocID="{6D9C3EDD-3C07-43BE-8051-2D015B8325EA}" presName="nodeText" presStyleLbl="bgAccFollowNode1" presStyleIdx="0" presStyleCnt="3">
        <dgm:presLayoutVars>
          <dgm:bulletEnabled val="1"/>
        </dgm:presLayoutVars>
      </dgm:prSet>
      <dgm:spPr/>
    </dgm:pt>
    <dgm:pt modelId="{94F86B9E-8845-FA42-971C-E834B1760D78}" type="pres">
      <dgm:prSet presAssocID="{00801351-E317-4E40-A635-90CB376201C6}" presName="sibTrans" presStyleCnt="0"/>
      <dgm:spPr/>
    </dgm:pt>
    <dgm:pt modelId="{7275A8D2-8FB6-8E42-B108-01E7FD2E5BF4}" type="pres">
      <dgm:prSet presAssocID="{D1CC7CF6-F698-43AA-9A5F-346F600746F3}" presName="compositeNode" presStyleCnt="0">
        <dgm:presLayoutVars>
          <dgm:bulletEnabled val="1"/>
        </dgm:presLayoutVars>
      </dgm:prSet>
      <dgm:spPr/>
    </dgm:pt>
    <dgm:pt modelId="{7293C549-AB9B-F144-88DB-F977285E6F5B}" type="pres">
      <dgm:prSet presAssocID="{D1CC7CF6-F698-43AA-9A5F-346F600746F3}" presName="bgRect" presStyleLbl="bgAccFollowNode1" presStyleIdx="1" presStyleCnt="3"/>
      <dgm:spPr/>
    </dgm:pt>
    <dgm:pt modelId="{35F12CD0-C689-B540-A898-03BB4B560721}" type="pres">
      <dgm:prSet presAssocID="{F27A0EA8-4CF8-4BA6-B960-FF22F8F3DE4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8AFF93D-28E5-5949-AB12-60FC9C204569}" type="pres">
      <dgm:prSet presAssocID="{D1CC7CF6-F698-43AA-9A5F-346F600746F3}" presName="bottomLine" presStyleLbl="alignNode1" presStyleIdx="3" presStyleCnt="6">
        <dgm:presLayoutVars/>
      </dgm:prSet>
      <dgm:spPr/>
    </dgm:pt>
    <dgm:pt modelId="{1584E19B-18F9-EF47-A7E1-547B030E91A9}" type="pres">
      <dgm:prSet presAssocID="{D1CC7CF6-F698-43AA-9A5F-346F600746F3}" presName="nodeText" presStyleLbl="bgAccFollowNode1" presStyleIdx="1" presStyleCnt="3">
        <dgm:presLayoutVars>
          <dgm:bulletEnabled val="1"/>
        </dgm:presLayoutVars>
      </dgm:prSet>
      <dgm:spPr/>
    </dgm:pt>
    <dgm:pt modelId="{BD97F473-203D-F14C-8EB8-28A75105F520}" type="pres">
      <dgm:prSet presAssocID="{F27A0EA8-4CF8-4BA6-B960-FF22F8F3DE4A}" presName="sibTrans" presStyleCnt="0"/>
      <dgm:spPr/>
    </dgm:pt>
    <dgm:pt modelId="{A39666D7-41C5-9842-8371-4698038DAEEB}" type="pres">
      <dgm:prSet presAssocID="{CC75269F-43B6-4E9B-8EDF-7E8D5932FCB8}" presName="compositeNode" presStyleCnt="0">
        <dgm:presLayoutVars>
          <dgm:bulletEnabled val="1"/>
        </dgm:presLayoutVars>
      </dgm:prSet>
      <dgm:spPr/>
    </dgm:pt>
    <dgm:pt modelId="{7E8054D7-5A0A-7643-A329-59EA837E896F}" type="pres">
      <dgm:prSet presAssocID="{CC75269F-43B6-4E9B-8EDF-7E8D5932FCB8}" presName="bgRect" presStyleLbl="bgAccFollowNode1" presStyleIdx="2" presStyleCnt="3"/>
      <dgm:spPr/>
    </dgm:pt>
    <dgm:pt modelId="{0FFB0BF5-0328-5142-AB59-020A6983786F}" type="pres">
      <dgm:prSet presAssocID="{44816FBE-D6C4-483A-9565-89BB164C0E4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6850170-DE35-0B42-BC15-D972039EA969}" type="pres">
      <dgm:prSet presAssocID="{CC75269F-43B6-4E9B-8EDF-7E8D5932FCB8}" presName="bottomLine" presStyleLbl="alignNode1" presStyleIdx="5" presStyleCnt="6">
        <dgm:presLayoutVars/>
      </dgm:prSet>
      <dgm:spPr/>
    </dgm:pt>
    <dgm:pt modelId="{5BD87698-78C7-D94D-9667-D1DD45505F63}" type="pres">
      <dgm:prSet presAssocID="{CC75269F-43B6-4E9B-8EDF-7E8D5932FCB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B241402-D1ED-C649-8FFE-E7AFA598222B}" type="presOf" srcId="{6D9C3EDD-3C07-43BE-8051-2D015B8325EA}" destId="{19C60E7B-8AA4-F24D-A5C7-2604D756E55B}" srcOrd="0" destOrd="0" presId="urn:microsoft.com/office/officeart/2016/7/layout/BasicLinearProcessNumbered"/>
    <dgm:cxn modelId="{D9964F0F-857D-8B4D-9B3A-B44F6B31C5E7}" type="presOf" srcId="{F27A0EA8-4CF8-4BA6-B960-FF22F8F3DE4A}" destId="{35F12CD0-C689-B540-A898-03BB4B560721}" srcOrd="0" destOrd="0" presId="urn:microsoft.com/office/officeart/2016/7/layout/BasicLinearProcessNumbered"/>
    <dgm:cxn modelId="{CA9B2430-F0CB-2C4B-934A-A9CEB6A801CD}" type="presOf" srcId="{CC75269F-43B6-4E9B-8EDF-7E8D5932FCB8}" destId="{7E8054D7-5A0A-7643-A329-59EA837E896F}" srcOrd="0" destOrd="0" presId="urn:microsoft.com/office/officeart/2016/7/layout/BasicLinearProcessNumbered"/>
    <dgm:cxn modelId="{D9537149-7750-424E-9FA4-6AA38B118273}" type="presOf" srcId="{00801351-E317-4E40-A635-90CB376201C6}" destId="{C64A6787-B586-FF46-80D7-F1A23DAF73F2}" srcOrd="0" destOrd="0" presId="urn:microsoft.com/office/officeart/2016/7/layout/BasicLinearProcessNumbered"/>
    <dgm:cxn modelId="{14B0AB53-9BC5-8E4C-916B-BFC742EFC389}" type="presOf" srcId="{D1CC7CF6-F698-43AA-9A5F-346F600746F3}" destId="{1584E19B-18F9-EF47-A7E1-547B030E91A9}" srcOrd="1" destOrd="0" presId="urn:microsoft.com/office/officeart/2016/7/layout/BasicLinearProcessNumbered"/>
    <dgm:cxn modelId="{1CB8A478-16F4-4C48-B50C-91D6B428D242}" type="presOf" srcId="{391604CA-F0F2-4A5B-8F59-3D15F4F5488D}" destId="{17804FD1-A0BB-6C4B-ABE3-DE7F86889433}" srcOrd="0" destOrd="0" presId="urn:microsoft.com/office/officeart/2016/7/layout/BasicLinearProcessNumbered"/>
    <dgm:cxn modelId="{BF53EEB0-4DC6-B74B-9215-C18C92A12DB8}" type="presOf" srcId="{44816FBE-D6C4-483A-9565-89BB164C0E42}" destId="{0FFB0BF5-0328-5142-AB59-020A6983786F}" srcOrd="0" destOrd="0" presId="urn:microsoft.com/office/officeart/2016/7/layout/BasicLinearProcessNumbered"/>
    <dgm:cxn modelId="{A7B323C5-0A40-4570-A7C7-2D042D731DE8}" srcId="{391604CA-F0F2-4A5B-8F59-3D15F4F5488D}" destId="{6D9C3EDD-3C07-43BE-8051-2D015B8325EA}" srcOrd="0" destOrd="0" parTransId="{37A1B555-FB83-4CA9-84F4-49AA35F57C6B}" sibTransId="{00801351-E317-4E40-A635-90CB376201C6}"/>
    <dgm:cxn modelId="{9C5F98CE-A709-F844-8F30-774970EE3470}" type="presOf" srcId="{CC75269F-43B6-4E9B-8EDF-7E8D5932FCB8}" destId="{5BD87698-78C7-D94D-9667-D1DD45505F63}" srcOrd="1" destOrd="0" presId="urn:microsoft.com/office/officeart/2016/7/layout/BasicLinearProcessNumbered"/>
    <dgm:cxn modelId="{ECDC71D9-990F-47F8-968A-B8ABB17CB55D}" srcId="{391604CA-F0F2-4A5B-8F59-3D15F4F5488D}" destId="{D1CC7CF6-F698-43AA-9A5F-346F600746F3}" srcOrd="1" destOrd="0" parTransId="{EE884DAD-D5B9-431D-9294-8759720E301A}" sibTransId="{F27A0EA8-4CF8-4BA6-B960-FF22F8F3DE4A}"/>
    <dgm:cxn modelId="{183207E0-F9AD-E547-9A59-622B7E8551FB}" type="presOf" srcId="{D1CC7CF6-F698-43AA-9A5F-346F600746F3}" destId="{7293C549-AB9B-F144-88DB-F977285E6F5B}" srcOrd="0" destOrd="0" presId="urn:microsoft.com/office/officeart/2016/7/layout/BasicLinearProcessNumbered"/>
    <dgm:cxn modelId="{16E2DCF6-1AA2-4E23-86B8-D7486742E84D}" srcId="{391604CA-F0F2-4A5B-8F59-3D15F4F5488D}" destId="{CC75269F-43B6-4E9B-8EDF-7E8D5932FCB8}" srcOrd="2" destOrd="0" parTransId="{3DEBD944-4E5A-44F9-91EB-26177DDF2196}" sibTransId="{44816FBE-D6C4-483A-9565-89BB164C0E42}"/>
    <dgm:cxn modelId="{1BEC8AFD-0DF9-B04D-B10A-792D6191CCC7}" type="presOf" srcId="{6D9C3EDD-3C07-43BE-8051-2D015B8325EA}" destId="{102CCE62-6B11-5345-86A3-FD79DD78DFCE}" srcOrd="1" destOrd="0" presId="urn:microsoft.com/office/officeart/2016/7/layout/BasicLinearProcessNumbered"/>
    <dgm:cxn modelId="{86C81A3E-B6D1-BC4F-8522-47B38D7D22FD}" type="presParOf" srcId="{17804FD1-A0BB-6C4B-ABE3-DE7F86889433}" destId="{BC17C972-CBEF-484E-A78A-454F355E2129}" srcOrd="0" destOrd="0" presId="urn:microsoft.com/office/officeart/2016/7/layout/BasicLinearProcessNumbered"/>
    <dgm:cxn modelId="{93DEA430-9077-6D4D-A810-10EF0DA48181}" type="presParOf" srcId="{BC17C972-CBEF-484E-A78A-454F355E2129}" destId="{19C60E7B-8AA4-F24D-A5C7-2604D756E55B}" srcOrd="0" destOrd="0" presId="urn:microsoft.com/office/officeart/2016/7/layout/BasicLinearProcessNumbered"/>
    <dgm:cxn modelId="{905299CC-41B6-3B41-B061-8931B31D303A}" type="presParOf" srcId="{BC17C972-CBEF-484E-A78A-454F355E2129}" destId="{C64A6787-B586-FF46-80D7-F1A23DAF73F2}" srcOrd="1" destOrd="0" presId="urn:microsoft.com/office/officeart/2016/7/layout/BasicLinearProcessNumbered"/>
    <dgm:cxn modelId="{8E1F8B16-BD4D-3E44-AA9B-FCE1E6B56505}" type="presParOf" srcId="{BC17C972-CBEF-484E-A78A-454F355E2129}" destId="{9FDE5ED5-70D9-904A-B084-7CEA915C8277}" srcOrd="2" destOrd="0" presId="urn:microsoft.com/office/officeart/2016/7/layout/BasicLinearProcessNumbered"/>
    <dgm:cxn modelId="{DCA53C37-7592-8843-9181-365CBCEF9D07}" type="presParOf" srcId="{BC17C972-CBEF-484E-A78A-454F355E2129}" destId="{102CCE62-6B11-5345-86A3-FD79DD78DFCE}" srcOrd="3" destOrd="0" presId="urn:microsoft.com/office/officeart/2016/7/layout/BasicLinearProcessNumbered"/>
    <dgm:cxn modelId="{B9D6746D-03A4-944E-A106-897E53D7641F}" type="presParOf" srcId="{17804FD1-A0BB-6C4B-ABE3-DE7F86889433}" destId="{94F86B9E-8845-FA42-971C-E834B1760D78}" srcOrd="1" destOrd="0" presId="urn:microsoft.com/office/officeart/2016/7/layout/BasicLinearProcessNumbered"/>
    <dgm:cxn modelId="{F6317FF9-184C-6748-8FE2-706A0A14BAD1}" type="presParOf" srcId="{17804FD1-A0BB-6C4B-ABE3-DE7F86889433}" destId="{7275A8D2-8FB6-8E42-B108-01E7FD2E5BF4}" srcOrd="2" destOrd="0" presId="urn:microsoft.com/office/officeart/2016/7/layout/BasicLinearProcessNumbered"/>
    <dgm:cxn modelId="{1AB0A8FA-E5E8-734A-BE52-6BD9D0F752C7}" type="presParOf" srcId="{7275A8D2-8FB6-8E42-B108-01E7FD2E5BF4}" destId="{7293C549-AB9B-F144-88DB-F977285E6F5B}" srcOrd="0" destOrd="0" presId="urn:microsoft.com/office/officeart/2016/7/layout/BasicLinearProcessNumbered"/>
    <dgm:cxn modelId="{8F6D0E6D-7CBA-E645-8B90-122DB2E02B97}" type="presParOf" srcId="{7275A8D2-8FB6-8E42-B108-01E7FD2E5BF4}" destId="{35F12CD0-C689-B540-A898-03BB4B560721}" srcOrd="1" destOrd="0" presId="urn:microsoft.com/office/officeart/2016/7/layout/BasicLinearProcessNumbered"/>
    <dgm:cxn modelId="{5F2E7683-B1F5-FA48-BB64-A786FC159941}" type="presParOf" srcId="{7275A8D2-8FB6-8E42-B108-01E7FD2E5BF4}" destId="{08AFF93D-28E5-5949-AB12-60FC9C204569}" srcOrd="2" destOrd="0" presId="urn:microsoft.com/office/officeart/2016/7/layout/BasicLinearProcessNumbered"/>
    <dgm:cxn modelId="{BEE8785B-27B3-E24A-9697-718FD5CE0DCA}" type="presParOf" srcId="{7275A8D2-8FB6-8E42-B108-01E7FD2E5BF4}" destId="{1584E19B-18F9-EF47-A7E1-547B030E91A9}" srcOrd="3" destOrd="0" presId="urn:microsoft.com/office/officeart/2016/7/layout/BasicLinearProcessNumbered"/>
    <dgm:cxn modelId="{CB19B7B6-05DF-FC42-BE93-7020A842EA3B}" type="presParOf" srcId="{17804FD1-A0BB-6C4B-ABE3-DE7F86889433}" destId="{BD97F473-203D-F14C-8EB8-28A75105F520}" srcOrd="3" destOrd="0" presId="urn:microsoft.com/office/officeart/2016/7/layout/BasicLinearProcessNumbered"/>
    <dgm:cxn modelId="{0F9A4B9A-B244-C644-A908-C520BBF66A0C}" type="presParOf" srcId="{17804FD1-A0BB-6C4B-ABE3-DE7F86889433}" destId="{A39666D7-41C5-9842-8371-4698038DAEEB}" srcOrd="4" destOrd="0" presId="urn:microsoft.com/office/officeart/2016/7/layout/BasicLinearProcessNumbered"/>
    <dgm:cxn modelId="{8129B210-6277-5445-AAB1-CD7723C57DA7}" type="presParOf" srcId="{A39666D7-41C5-9842-8371-4698038DAEEB}" destId="{7E8054D7-5A0A-7643-A329-59EA837E896F}" srcOrd="0" destOrd="0" presId="urn:microsoft.com/office/officeart/2016/7/layout/BasicLinearProcessNumbered"/>
    <dgm:cxn modelId="{748D122F-FAD4-774C-8F5C-B973C943418D}" type="presParOf" srcId="{A39666D7-41C5-9842-8371-4698038DAEEB}" destId="{0FFB0BF5-0328-5142-AB59-020A6983786F}" srcOrd="1" destOrd="0" presId="urn:microsoft.com/office/officeart/2016/7/layout/BasicLinearProcessNumbered"/>
    <dgm:cxn modelId="{7D4B71B4-1115-6448-A302-BC13C7F553C3}" type="presParOf" srcId="{A39666D7-41C5-9842-8371-4698038DAEEB}" destId="{36850170-DE35-0B42-BC15-D972039EA969}" srcOrd="2" destOrd="0" presId="urn:microsoft.com/office/officeart/2016/7/layout/BasicLinearProcessNumbered"/>
    <dgm:cxn modelId="{991DA93C-63AA-704F-A952-55788C24A29C}" type="presParOf" srcId="{A39666D7-41C5-9842-8371-4698038DAEEB}" destId="{5BD87698-78C7-D94D-9667-D1DD45505F6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47F5B6-55A9-4D23-AC55-E1819C3577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7123E6-98FF-4A8C-9D02-4B4D5F8759F2}">
      <dgm:prSet custT="1"/>
      <dgm:spPr/>
      <dgm:t>
        <a:bodyPr/>
        <a:lstStyle/>
        <a:p>
          <a:r>
            <a:rPr lang="en-US" sz="2000"/>
            <a:t>Suppression colonnes inutiles : OSEBuildingID, TaxParcelID, etc.</a:t>
          </a:r>
        </a:p>
      </dgm:t>
    </dgm:pt>
    <dgm:pt modelId="{45DBF16D-720A-4D6E-BC30-E4B40BC763A0}" type="parTrans" cxnId="{32EBD1AF-8A93-426B-9609-E406BF0E1239}">
      <dgm:prSet/>
      <dgm:spPr/>
      <dgm:t>
        <a:bodyPr/>
        <a:lstStyle/>
        <a:p>
          <a:endParaRPr lang="en-US" sz="1400"/>
        </a:p>
      </dgm:t>
    </dgm:pt>
    <dgm:pt modelId="{B8D70CF6-19D9-4375-AAE7-E2788F8B8BA3}" type="sibTrans" cxnId="{32EBD1AF-8A93-426B-9609-E406BF0E1239}">
      <dgm:prSet/>
      <dgm:spPr/>
      <dgm:t>
        <a:bodyPr/>
        <a:lstStyle/>
        <a:p>
          <a:endParaRPr lang="en-US" sz="1400"/>
        </a:p>
      </dgm:t>
    </dgm:pt>
    <dgm:pt modelId="{6EB19D09-9E07-4EF1-BE22-A5EF35D9434A}">
      <dgm:prSet custT="1"/>
      <dgm:spPr/>
      <dgm:t>
        <a:bodyPr/>
        <a:lstStyle/>
        <a:p>
          <a:r>
            <a:rPr lang="en-US" sz="2000"/>
            <a:t>Suppression localisation : Address, ZipCode, Latitude, Longitude</a:t>
          </a:r>
        </a:p>
      </dgm:t>
    </dgm:pt>
    <dgm:pt modelId="{09EF7D64-F869-4017-B1F8-4700C23D9F43}" type="parTrans" cxnId="{CCF63AA9-92BA-4BB0-8A2C-AE523CA7A4F3}">
      <dgm:prSet/>
      <dgm:spPr/>
      <dgm:t>
        <a:bodyPr/>
        <a:lstStyle/>
        <a:p>
          <a:endParaRPr lang="en-US" sz="1400"/>
        </a:p>
      </dgm:t>
    </dgm:pt>
    <dgm:pt modelId="{F9FBBFF2-4D8E-465A-B924-0EB6AF3B80E0}" type="sibTrans" cxnId="{CCF63AA9-92BA-4BB0-8A2C-AE523CA7A4F3}">
      <dgm:prSet/>
      <dgm:spPr/>
      <dgm:t>
        <a:bodyPr/>
        <a:lstStyle/>
        <a:p>
          <a:endParaRPr lang="en-US" sz="1400"/>
        </a:p>
      </dgm:t>
    </dgm:pt>
    <dgm:pt modelId="{1F62EDF2-DE77-4339-8EE6-D7AB2088FF61}">
      <dgm:prSet custT="1"/>
      <dgm:spPr/>
      <dgm:t>
        <a:bodyPr/>
        <a:lstStyle/>
        <a:p>
          <a:r>
            <a:rPr lang="en-US" sz="2000"/>
            <a:t>Colonnes uniques/descriptives supprimées : PropertyName, ListOfAllPropertyUseTypes</a:t>
          </a:r>
        </a:p>
      </dgm:t>
    </dgm:pt>
    <dgm:pt modelId="{1A56F364-2395-4E0F-994F-E78F5F8AE89B}" type="parTrans" cxnId="{BFD23AA0-55FA-4ECB-96A0-97651B30F027}">
      <dgm:prSet/>
      <dgm:spPr/>
      <dgm:t>
        <a:bodyPr/>
        <a:lstStyle/>
        <a:p>
          <a:endParaRPr lang="en-US" sz="1400"/>
        </a:p>
      </dgm:t>
    </dgm:pt>
    <dgm:pt modelId="{3A5AADB8-7387-40F1-AF60-06D4C164A4E0}" type="sibTrans" cxnId="{BFD23AA0-55FA-4ECB-96A0-97651B30F027}">
      <dgm:prSet/>
      <dgm:spPr/>
      <dgm:t>
        <a:bodyPr/>
        <a:lstStyle/>
        <a:p>
          <a:endParaRPr lang="en-US" sz="1400"/>
        </a:p>
      </dgm:t>
    </dgm:pt>
    <dgm:pt modelId="{28A98498-7490-4C9D-A06C-8A39F356D7C8}">
      <dgm:prSet custT="1"/>
      <dgm:spPr/>
      <dgm:t>
        <a:bodyPr/>
        <a:lstStyle/>
        <a:p>
          <a:r>
            <a:rPr lang="en-US" sz="2000"/>
            <a:t>Uniformisation de Neighborhood (ex: delridge neighborhoods → delridge)</a:t>
          </a:r>
        </a:p>
      </dgm:t>
    </dgm:pt>
    <dgm:pt modelId="{D0561D40-9447-429B-B0E9-3BE2A4E5DD76}" type="parTrans" cxnId="{83D6A4FE-B1CB-497C-90D4-6327BA4A4A5C}">
      <dgm:prSet/>
      <dgm:spPr/>
      <dgm:t>
        <a:bodyPr/>
        <a:lstStyle/>
        <a:p>
          <a:endParaRPr lang="en-US" sz="1400"/>
        </a:p>
      </dgm:t>
    </dgm:pt>
    <dgm:pt modelId="{2418F4F5-B64C-4F31-8202-9106861A6DE8}" type="sibTrans" cxnId="{83D6A4FE-B1CB-497C-90D4-6327BA4A4A5C}">
      <dgm:prSet/>
      <dgm:spPr/>
      <dgm:t>
        <a:bodyPr/>
        <a:lstStyle/>
        <a:p>
          <a:endParaRPr lang="en-US" sz="1400"/>
        </a:p>
      </dgm:t>
    </dgm:pt>
    <dgm:pt modelId="{2244ECFF-91E5-A049-B0B0-2734B078E3F5}" type="pres">
      <dgm:prSet presAssocID="{3747F5B6-55A9-4D23-AC55-E1819C3577D7}" presName="linear" presStyleCnt="0">
        <dgm:presLayoutVars>
          <dgm:animLvl val="lvl"/>
          <dgm:resizeHandles val="exact"/>
        </dgm:presLayoutVars>
      </dgm:prSet>
      <dgm:spPr/>
    </dgm:pt>
    <dgm:pt modelId="{64A889E9-4A8A-9F47-AAD7-3FD283A13C4D}" type="pres">
      <dgm:prSet presAssocID="{ED7123E6-98FF-4A8C-9D02-4B4D5F8759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93016CB-3924-DE4D-B8C6-12874C9642F1}" type="pres">
      <dgm:prSet presAssocID="{B8D70CF6-19D9-4375-AAE7-E2788F8B8BA3}" presName="spacer" presStyleCnt="0"/>
      <dgm:spPr/>
    </dgm:pt>
    <dgm:pt modelId="{6B240CD4-D7A5-3E4D-A3C6-4EFC65614882}" type="pres">
      <dgm:prSet presAssocID="{6EB19D09-9E07-4EF1-BE22-A5EF35D943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2172C9-690D-1949-B1AD-A43ECCB7B904}" type="pres">
      <dgm:prSet presAssocID="{F9FBBFF2-4D8E-465A-B924-0EB6AF3B80E0}" presName="spacer" presStyleCnt="0"/>
      <dgm:spPr/>
    </dgm:pt>
    <dgm:pt modelId="{E5E21C5E-0058-3F42-BE06-DB420F87A7E6}" type="pres">
      <dgm:prSet presAssocID="{1F62EDF2-DE77-4339-8EE6-D7AB2088FF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823EEB-5D62-E146-9E64-51E8106A52AA}" type="pres">
      <dgm:prSet presAssocID="{3A5AADB8-7387-40F1-AF60-06D4C164A4E0}" presName="spacer" presStyleCnt="0"/>
      <dgm:spPr/>
    </dgm:pt>
    <dgm:pt modelId="{AFFA180F-29F2-1842-94A1-2CDF9E08E8FF}" type="pres">
      <dgm:prSet presAssocID="{28A98498-7490-4C9D-A06C-8A39F356D7C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7DAC6F-0548-1844-AA58-768002992C4F}" type="presOf" srcId="{ED7123E6-98FF-4A8C-9D02-4B4D5F8759F2}" destId="{64A889E9-4A8A-9F47-AAD7-3FD283A13C4D}" srcOrd="0" destOrd="0" presId="urn:microsoft.com/office/officeart/2005/8/layout/vList2"/>
    <dgm:cxn modelId="{BFD23AA0-55FA-4ECB-96A0-97651B30F027}" srcId="{3747F5B6-55A9-4D23-AC55-E1819C3577D7}" destId="{1F62EDF2-DE77-4339-8EE6-D7AB2088FF61}" srcOrd="2" destOrd="0" parTransId="{1A56F364-2395-4E0F-994F-E78F5F8AE89B}" sibTransId="{3A5AADB8-7387-40F1-AF60-06D4C164A4E0}"/>
    <dgm:cxn modelId="{CCF63AA9-92BA-4BB0-8A2C-AE523CA7A4F3}" srcId="{3747F5B6-55A9-4D23-AC55-E1819C3577D7}" destId="{6EB19D09-9E07-4EF1-BE22-A5EF35D9434A}" srcOrd="1" destOrd="0" parTransId="{09EF7D64-F869-4017-B1F8-4700C23D9F43}" sibTransId="{F9FBBFF2-4D8E-465A-B924-0EB6AF3B80E0}"/>
    <dgm:cxn modelId="{B111BBAF-9FF8-A54E-BD54-0CA1DBDAA008}" type="presOf" srcId="{3747F5B6-55A9-4D23-AC55-E1819C3577D7}" destId="{2244ECFF-91E5-A049-B0B0-2734B078E3F5}" srcOrd="0" destOrd="0" presId="urn:microsoft.com/office/officeart/2005/8/layout/vList2"/>
    <dgm:cxn modelId="{32EBD1AF-8A93-426B-9609-E406BF0E1239}" srcId="{3747F5B6-55A9-4D23-AC55-E1819C3577D7}" destId="{ED7123E6-98FF-4A8C-9D02-4B4D5F8759F2}" srcOrd="0" destOrd="0" parTransId="{45DBF16D-720A-4D6E-BC30-E4B40BC763A0}" sibTransId="{B8D70CF6-19D9-4375-AAE7-E2788F8B8BA3}"/>
    <dgm:cxn modelId="{1FFA0CB0-2C8D-C74F-BA61-5162824F5E41}" type="presOf" srcId="{6EB19D09-9E07-4EF1-BE22-A5EF35D9434A}" destId="{6B240CD4-D7A5-3E4D-A3C6-4EFC65614882}" srcOrd="0" destOrd="0" presId="urn:microsoft.com/office/officeart/2005/8/layout/vList2"/>
    <dgm:cxn modelId="{FD8E1FE9-5AB9-CB44-A4BE-CA2D8ADE6443}" type="presOf" srcId="{1F62EDF2-DE77-4339-8EE6-D7AB2088FF61}" destId="{E5E21C5E-0058-3F42-BE06-DB420F87A7E6}" srcOrd="0" destOrd="0" presId="urn:microsoft.com/office/officeart/2005/8/layout/vList2"/>
    <dgm:cxn modelId="{080404EA-230C-194B-8489-499CD489DBF3}" type="presOf" srcId="{28A98498-7490-4C9D-A06C-8A39F356D7C8}" destId="{AFFA180F-29F2-1842-94A1-2CDF9E08E8FF}" srcOrd="0" destOrd="0" presId="urn:microsoft.com/office/officeart/2005/8/layout/vList2"/>
    <dgm:cxn modelId="{83D6A4FE-B1CB-497C-90D4-6327BA4A4A5C}" srcId="{3747F5B6-55A9-4D23-AC55-E1819C3577D7}" destId="{28A98498-7490-4C9D-A06C-8A39F356D7C8}" srcOrd="3" destOrd="0" parTransId="{D0561D40-9447-429B-B0E9-3BE2A4E5DD76}" sibTransId="{2418F4F5-B64C-4F31-8202-9106861A6DE8}"/>
    <dgm:cxn modelId="{00D8090A-4115-0A49-B0C7-D88BBFB83F80}" type="presParOf" srcId="{2244ECFF-91E5-A049-B0B0-2734B078E3F5}" destId="{64A889E9-4A8A-9F47-AAD7-3FD283A13C4D}" srcOrd="0" destOrd="0" presId="urn:microsoft.com/office/officeart/2005/8/layout/vList2"/>
    <dgm:cxn modelId="{D38AA15F-A28A-1849-BF21-D1A9D0BA02CB}" type="presParOf" srcId="{2244ECFF-91E5-A049-B0B0-2734B078E3F5}" destId="{893016CB-3924-DE4D-B8C6-12874C9642F1}" srcOrd="1" destOrd="0" presId="urn:microsoft.com/office/officeart/2005/8/layout/vList2"/>
    <dgm:cxn modelId="{38003AA9-DCE2-EB48-8D3F-36D6A4FACDBC}" type="presParOf" srcId="{2244ECFF-91E5-A049-B0B0-2734B078E3F5}" destId="{6B240CD4-D7A5-3E4D-A3C6-4EFC65614882}" srcOrd="2" destOrd="0" presId="urn:microsoft.com/office/officeart/2005/8/layout/vList2"/>
    <dgm:cxn modelId="{B49C31EA-20BB-F240-BFFF-2DEA2F46B0A9}" type="presParOf" srcId="{2244ECFF-91E5-A049-B0B0-2734B078E3F5}" destId="{6F2172C9-690D-1949-B1AD-A43ECCB7B904}" srcOrd="3" destOrd="0" presId="urn:microsoft.com/office/officeart/2005/8/layout/vList2"/>
    <dgm:cxn modelId="{8451912D-0C3C-F54F-8233-5F487BA8A765}" type="presParOf" srcId="{2244ECFF-91E5-A049-B0B0-2734B078E3F5}" destId="{E5E21C5E-0058-3F42-BE06-DB420F87A7E6}" srcOrd="4" destOrd="0" presId="urn:microsoft.com/office/officeart/2005/8/layout/vList2"/>
    <dgm:cxn modelId="{3023F3BD-3FDA-2548-B218-ABAC2A315F6E}" type="presParOf" srcId="{2244ECFF-91E5-A049-B0B0-2734B078E3F5}" destId="{C7823EEB-5D62-E146-9E64-51E8106A52AA}" srcOrd="5" destOrd="0" presId="urn:microsoft.com/office/officeart/2005/8/layout/vList2"/>
    <dgm:cxn modelId="{ADA1996B-ADD9-624A-A3D1-BF43F2989B6F}" type="presParOf" srcId="{2244ECFF-91E5-A049-B0B0-2734B078E3F5}" destId="{AFFA180F-29F2-1842-94A1-2CDF9E08E8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34301F-DBD6-424A-AD43-50DDFA4B8A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5B37AF-1028-466C-B49E-F4E9DFBCB702}">
      <dgm:prSet custT="1"/>
      <dgm:spPr/>
      <dgm:t>
        <a:bodyPr/>
        <a:lstStyle/>
        <a:p>
          <a:r>
            <a:rPr lang="en-US" sz="2000"/>
            <a:t>Gestion valeurs manquantes :</a:t>
          </a:r>
        </a:p>
      </dgm:t>
    </dgm:pt>
    <dgm:pt modelId="{16C9DEB4-A51B-4FFA-8F3D-DF7E3F27AD0F}" type="parTrans" cxnId="{661D912B-E843-4013-B1A9-F79A93D412A1}">
      <dgm:prSet/>
      <dgm:spPr/>
      <dgm:t>
        <a:bodyPr/>
        <a:lstStyle/>
        <a:p>
          <a:endParaRPr lang="en-US" sz="1400"/>
        </a:p>
      </dgm:t>
    </dgm:pt>
    <dgm:pt modelId="{B954A319-7D7D-4E39-B702-3ACEAE329E9A}" type="sibTrans" cxnId="{661D912B-E843-4013-B1A9-F79A93D412A1}">
      <dgm:prSet/>
      <dgm:spPr/>
      <dgm:t>
        <a:bodyPr/>
        <a:lstStyle/>
        <a:p>
          <a:endParaRPr lang="en-US" sz="1400"/>
        </a:p>
      </dgm:t>
    </dgm:pt>
    <dgm:pt modelId="{B6DCBA9F-AC9C-4421-B841-C7422DACD5F0}">
      <dgm:prSet custT="1"/>
      <dgm:spPr/>
      <dgm:t>
        <a:bodyPr/>
        <a:lstStyle/>
        <a:p>
          <a:r>
            <a:rPr lang="en-US" sz="2000"/>
            <a:t>- Second/Third Property Use → 'None', GFA = 0</a:t>
          </a:r>
        </a:p>
      </dgm:t>
    </dgm:pt>
    <dgm:pt modelId="{2F494DA3-BD9B-4C50-8ED7-1701EE414E28}" type="parTrans" cxnId="{F5DB29A8-2B54-4FC3-9917-A715B20FCFF7}">
      <dgm:prSet/>
      <dgm:spPr/>
      <dgm:t>
        <a:bodyPr/>
        <a:lstStyle/>
        <a:p>
          <a:endParaRPr lang="en-US" sz="1400"/>
        </a:p>
      </dgm:t>
    </dgm:pt>
    <dgm:pt modelId="{8702A1BE-7201-438F-B35C-6984049752FB}" type="sibTrans" cxnId="{F5DB29A8-2B54-4FC3-9917-A715B20FCFF7}">
      <dgm:prSet/>
      <dgm:spPr/>
      <dgm:t>
        <a:bodyPr/>
        <a:lstStyle/>
        <a:p>
          <a:endParaRPr lang="en-US" sz="1400"/>
        </a:p>
      </dgm:t>
    </dgm:pt>
    <dgm:pt modelId="{F2884407-E3DF-4F58-855F-21957C1CACE0}">
      <dgm:prSet custT="1"/>
      <dgm:spPr/>
      <dgm:t>
        <a:bodyPr/>
        <a:lstStyle/>
        <a:p>
          <a:r>
            <a:rPr lang="en-US" sz="2000"/>
            <a:t>- Suppression de 20 lignes non imputables</a:t>
          </a:r>
        </a:p>
      </dgm:t>
    </dgm:pt>
    <dgm:pt modelId="{A1B9BEF1-B3BA-4BCD-B045-FE73F28F0EBE}" type="parTrans" cxnId="{1BC25D6E-C4F8-4813-8540-F4F0CFF069B1}">
      <dgm:prSet/>
      <dgm:spPr/>
      <dgm:t>
        <a:bodyPr/>
        <a:lstStyle/>
        <a:p>
          <a:endParaRPr lang="en-US" sz="1400"/>
        </a:p>
      </dgm:t>
    </dgm:pt>
    <dgm:pt modelId="{767E3FF5-F019-4EAE-BC9C-D21A5DB5B89E}" type="sibTrans" cxnId="{1BC25D6E-C4F8-4813-8540-F4F0CFF069B1}">
      <dgm:prSet/>
      <dgm:spPr/>
      <dgm:t>
        <a:bodyPr/>
        <a:lstStyle/>
        <a:p>
          <a:endParaRPr lang="en-US" sz="1400"/>
        </a:p>
      </dgm:t>
    </dgm:pt>
    <dgm:pt modelId="{E3211DEB-3D4A-4CCB-816A-16156C9817F8}">
      <dgm:prSet custT="1"/>
      <dgm:spPr/>
      <dgm:t>
        <a:bodyPr/>
        <a:lstStyle/>
        <a:p>
          <a:r>
            <a:rPr lang="en-US" sz="2000"/>
            <a:t>- ENERGYSTARScore imputé avec la médiane</a:t>
          </a:r>
        </a:p>
      </dgm:t>
    </dgm:pt>
    <dgm:pt modelId="{B1531BEF-5593-490B-B775-B7456AF32A0F}" type="parTrans" cxnId="{275C9DB9-D7BE-4A89-BB79-2A57D52CBAC7}">
      <dgm:prSet/>
      <dgm:spPr/>
      <dgm:t>
        <a:bodyPr/>
        <a:lstStyle/>
        <a:p>
          <a:endParaRPr lang="en-US" sz="1400"/>
        </a:p>
      </dgm:t>
    </dgm:pt>
    <dgm:pt modelId="{A2257F74-2910-47C0-8063-BC4E2278EE73}" type="sibTrans" cxnId="{275C9DB9-D7BE-4A89-BB79-2A57D52CBAC7}">
      <dgm:prSet/>
      <dgm:spPr/>
      <dgm:t>
        <a:bodyPr/>
        <a:lstStyle/>
        <a:p>
          <a:endParaRPr lang="en-US" sz="1400"/>
        </a:p>
      </dgm:t>
    </dgm:pt>
    <dgm:pt modelId="{EDF96F8B-7500-4426-B919-4927AF737343}">
      <dgm:prSet custT="1"/>
      <dgm:spPr/>
      <dgm:t>
        <a:bodyPr/>
        <a:lstStyle/>
        <a:p>
          <a:r>
            <a:rPr lang="en-US" sz="2000"/>
            <a:t>Détection et suppression des outliers (IQR)</a:t>
          </a:r>
        </a:p>
      </dgm:t>
    </dgm:pt>
    <dgm:pt modelId="{351221AB-DD9D-4636-8EA4-35BFEA0F035D}" type="parTrans" cxnId="{981E1B5F-C92D-470C-9108-BA5DC49C7EDB}">
      <dgm:prSet/>
      <dgm:spPr/>
      <dgm:t>
        <a:bodyPr/>
        <a:lstStyle/>
        <a:p>
          <a:endParaRPr lang="en-US" sz="1400"/>
        </a:p>
      </dgm:t>
    </dgm:pt>
    <dgm:pt modelId="{2ADB46F9-6F20-4BAC-A641-DB1D57B54306}" type="sibTrans" cxnId="{981E1B5F-C92D-470C-9108-BA5DC49C7EDB}">
      <dgm:prSet/>
      <dgm:spPr/>
      <dgm:t>
        <a:bodyPr/>
        <a:lstStyle/>
        <a:p>
          <a:endParaRPr lang="en-US" sz="1400"/>
        </a:p>
      </dgm:t>
    </dgm:pt>
    <dgm:pt modelId="{73CAED6B-7988-45EF-8235-F606B17EF485}">
      <dgm:prSet custT="1"/>
      <dgm:spPr/>
      <dgm:t>
        <a:bodyPr/>
        <a:lstStyle/>
        <a:p>
          <a:r>
            <a:rPr lang="en-US" sz="2000"/>
            <a:t>Suppression variables redondantes (EUI, GHGEmissionsIntensity)</a:t>
          </a:r>
        </a:p>
      </dgm:t>
    </dgm:pt>
    <dgm:pt modelId="{DDD95621-C5A5-4578-BC84-22A89037647A}" type="parTrans" cxnId="{68FFFEAE-00AA-4D74-A739-DE4E008F9328}">
      <dgm:prSet/>
      <dgm:spPr/>
      <dgm:t>
        <a:bodyPr/>
        <a:lstStyle/>
        <a:p>
          <a:endParaRPr lang="en-US" sz="1400"/>
        </a:p>
      </dgm:t>
    </dgm:pt>
    <dgm:pt modelId="{059ABA3A-5908-4EC6-B013-CA576F010E77}" type="sibTrans" cxnId="{68FFFEAE-00AA-4D74-A739-DE4E008F9328}">
      <dgm:prSet/>
      <dgm:spPr/>
      <dgm:t>
        <a:bodyPr/>
        <a:lstStyle/>
        <a:p>
          <a:endParaRPr lang="en-US" sz="1400"/>
        </a:p>
      </dgm:t>
    </dgm:pt>
    <dgm:pt modelId="{405EF12C-67E8-B945-AD0E-3D231F2EFE94}" type="pres">
      <dgm:prSet presAssocID="{7B34301F-DBD6-424A-AD43-50DDFA4B8A58}" presName="linear" presStyleCnt="0">
        <dgm:presLayoutVars>
          <dgm:animLvl val="lvl"/>
          <dgm:resizeHandles val="exact"/>
        </dgm:presLayoutVars>
      </dgm:prSet>
      <dgm:spPr/>
    </dgm:pt>
    <dgm:pt modelId="{F6CF54C3-0EB5-474E-8EFB-AC0EE8B1920A}" type="pres">
      <dgm:prSet presAssocID="{D15B37AF-1028-466C-B49E-F4E9DFBCB70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6B2663C-B03F-354B-B93D-7C3410980475}" type="pres">
      <dgm:prSet presAssocID="{B954A319-7D7D-4E39-B702-3ACEAE329E9A}" presName="spacer" presStyleCnt="0"/>
      <dgm:spPr/>
    </dgm:pt>
    <dgm:pt modelId="{D0194074-4647-F84E-8A71-039BF5D12BDA}" type="pres">
      <dgm:prSet presAssocID="{B6DCBA9F-AC9C-4421-B841-C7422DACD5F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55B5A5B-C20C-AF46-ABAE-8020D9CCF293}" type="pres">
      <dgm:prSet presAssocID="{8702A1BE-7201-438F-B35C-6984049752FB}" presName="spacer" presStyleCnt="0"/>
      <dgm:spPr/>
    </dgm:pt>
    <dgm:pt modelId="{7607A619-5728-694E-A44A-177100C87296}" type="pres">
      <dgm:prSet presAssocID="{F2884407-E3DF-4F58-855F-21957C1CACE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92B4C0D-8B04-EE48-84CF-E0BB4FD80A1E}" type="pres">
      <dgm:prSet presAssocID="{767E3FF5-F019-4EAE-BC9C-D21A5DB5B89E}" presName="spacer" presStyleCnt="0"/>
      <dgm:spPr/>
    </dgm:pt>
    <dgm:pt modelId="{F1EF22BE-EB26-D744-BC8B-6ADDAA614782}" type="pres">
      <dgm:prSet presAssocID="{E3211DEB-3D4A-4CCB-816A-16156C9817F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497548B-01CF-D649-8886-A4C3DB799C95}" type="pres">
      <dgm:prSet presAssocID="{A2257F74-2910-47C0-8063-BC4E2278EE73}" presName="spacer" presStyleCnt="0"/>
      <dgm:spPr/>
    </dgm:pt>
    <dgm:pt modelId="{6604C29E-E6B3-9E4A-948A-167E25C7D51F}" type="pres">
      <dgm:prSet presAssocID="{EDF96F8B-7500-4426-B919-4927AF73734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FCE2110-03CF-3640-89D9-2F4198A1CFF1}" type="pres">
      <dgm:prSet presAssocID="{2ADB46F9-6F20-4BAC-A641-DB1D57B54306}" presName="spacer" presStyleCnt="0"/>
      <dgm:spPr/>
    </dgm:pt>
    <dgm:pt modelId="{5F838590-9706-BB4C-BC53-B778E035C8C8}" type="pres">
      <dgm:prSet presAssocID="{73CAED6B-7988-45EF-8235-F606B17EF48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D280B26-AA17-5B48-8E8A-E3E8F0F9C424}" type="presOf" srcId="{F2884407-E3DF-4F58-855F-21957C1CACE0}" destId="{7607A619-5728-694E-A44A-177100C87296}" srcOrd="0" destOrd="0" presId="urn:microsoft.com/office/officeart/2005/8/layout/vList2"/>
    <dgm:cxn modelId="{661D912B-E843-4013-B1A9-F79A93D412A1}" srcId="{7B34301F-DBD6-424A-AD43-50DDFA4B8A58}" destId="{D15B37AF-1028-466C-B49E-F4E9DFBCB702}" srcOrd="0" destOrd="0" parTransId="{16C9DEB4-A51B-4FFA-8F3D-DF7E3F27AD0F}" sibTransId="{B954A319-7D7D-4E39-B702-3ACEAE329E9A}"/>
    <dgm:cxn modelId="{B2B69A58-F508-0947-B942-CB33F652901F}" type="presOf" srcId="{73CAED6B-7988-45EF-8235-F606B17EF485}" destId="{5F838590-9706-BB4C-BC53-B778E035C8C8}" srcOrd="0" destOrd="0" presId="urn:microsoft.com/office/officeart/2005/8/layout/vList2"/>
    <dgm:cxn modelId="{981E1B5F-C92D-470C-9108-BA5DC49C7EDB}" srcId="{7B34301F-DBD6-424A-AD43-50DDFA4B8A58}" destId="{EDF96F8B-7500-4426-B919-4927AF737343}" srcOrd="4" destOrd="0" parTransId="{351221AB-DD9D-4636-8EA4-35BFEA0F035D}" sibTransId="{2ADB46F9-6F20-4BAC-A641-DB1D57B54306}"/>
    <dgm:cxn modelId="{ABF87164-B84F-D244-B060-9215D1F4CBE3}" type="presOf" srcId="{7B34301F-DBD6-424A-AD43-50DDFA4B8A58}" destId="{405EF12C-67E8-B945-AD0E-3D231F2EFE94}" srcOrd="0" destOrd="0" presId="urn:microsoft.com/office/officeart/2005/8/layout/vList2"/>
    <dgm:cxn modelId="{1BC25D6E-C4F8-4813-8540-F4F0CFF069B1}" srcId="{7B34301F-DBD6-424A-AD43-50DDFA4B8A58}" destId="{F2884407-E3DF-4F58-855F-21957C1CACE0}" srcOrd="2" destOrd="0" parTransId="{A1B9BEF1-B3BA-4BCD-B045-FE73F28F0EBE}" sibTransId="{767E3FF5-F019-4EAE-BC9C-D21A5DB5B89E}"/>
    <dgm:cxn modelId="{5E997A77-6478-9247-BBD2-C70B160B0ECF}" type="presOf" srcId="{D15B37AF-1028-466C-B49E-F4E9DFBCB702}" destId="{F6CF54C3-0EB5-474E-8EFB-AC0EE8B1920A}" srcOrd="0" destOrd="0" presId="urn:microsoft.com/office/officeart/2005/8/layout/vList2"/>
    <dgm:cxn modelId="{A2057E7F-5F8E-AB40-9B44-18F31EF82E2B}" type="presOf" srcId="{E3211DEB-3D4A-4CCB-816A-16156C9817F8}" destId="{F1EF22BE-EB26-D744-BC8B-6ADDAA614782}" srcOrd="0" destOrd="0" presId="urn:microsoft.com/office/officeart/2005/8/layout/vList2"/>
    <dgm:cxn modelId="{F5DB29A8-2B54-4FC3-9917-A715B20FCFF7}" srcId="{7B34301F-DBD6-424A-AD43-50DDFA4B8A58}" destId="{B6DCBA9F-AC9C-4421-B841-C7422DACD5F0}" srcOrd="1" destOrd="0" parTransId="{2F494DA3-BD9B-4C50-8ED7-1701EE414E28}" sibTransId="{8702A1BE-7201-438F-B35C-6984049752FB}"/>
    <dgm:cxn modelId="{68FFFEAE-00AA-4D74-A739-DE4E008F9328}" srcId="{7B34301F-DBD6-424A-AD43-50DDFA4B8A58}" destId="{73CAED6B-7988-45EF-8235-F606B17EF485}" srcOrd="5" destOrd="0" parTransId="{DDD95621-C5A5-4578-BC84-22A89037647A}" sibTransId="{059ABA3A-5908-4EC6-B013-CA576F010E77}"/>
    <dgm:cxn modelId="{FEA8A9B3-4B7F-7E4A-A8BD-CCB50D0A033E}" type="presOf" srcId="{B6DCBA9F-AC9C-4421-B841-C7422DACD5F0}" destId="{D0194074-4647-F84E-8A71-039BF5D12BDA}" srcOrd="0" destOrd="0" presId="urn:microsoft.com/office/officeart/2005/8/layout/vList2"/>
    <dgm:cxn modelId="{275C9DB9-D7BE-4A89-BB79-2A57D52CBAC7}" srcId="{7B34301F-DBD6-424A-AD43-50DDFA4B8A58}" destId="{E3211DEB-3D4A-4CCB-816A-16156C9817F8}" srcOrd="3" destOrd="0" parTransId="{B1531BEF-5593-490B-B775-B7456AF32A0F}" sibTransId="{A2257F74-2910-47C0-8063-BC4E2278EE73}"/>
    <dgm:cxn modelId="{9A765FC2-C88C-0042-9A8E-20CA9431EB22}" type="presOf" srcId="{EDF96F8B-7500-4426-B919-4927AF737343}" destId="{6604C29E-E6B3-9E4A-948A-167E25C7D51F}" srcOrd="0" destOrd="0" presId="urn:microsoft.com/office/officeart/2005/8/layout/vList2"/>
    <dgm:cxn modelId="{E57137A2-55CF-9C4E-B75E-F28AD75EEC01}" type="presParOf" srcId="{405EF12C-67E8-B945-AD0E-3D231F2EFE94}" destId="{F6CF54C3-0EB5-474E-8EFB-AC0EE8B1920A}" srcOrd="0" destOrd="0" presId="urn:microsoft.com/office/officeart/2005/8/layout/vList2"/>
    <dgm:cxn modelId="{7C65F639-8968-DA4D-8FD5-74CCBEFAF319}" type="presParOf" srcId="{405EF12C-67E8-B945-AD0E-3D231F2EFE94}" destId="{A6B2663C-B03F-354B-B93D-7C3410980475}" srcOrd="1" destOrd="0" presId="urn:microsoft.com/office/officeart/2005/8/layout/vList2"/>
    <dgm:cxn modelId="{50A44053-B3DF-7444-BCEF-6C72E6606D46}" type="presParOf" srcId="{405EF12C-67E8-B945-AD0E-3D231F2EFE94}" destId="{D0194074-4647-F84E-8A71-039BF5D12BDA}" srcOrd="2" destOrd="0" presId="urn:microsoft.com/office/officeart/2005/8/layout/vList2"/>
    <dgm:cxn modelId="{F030F14B-9868-A24B-BE14-5DE1836E0CC6}" type="presParOf" srcId="{405EF12C-67E8-B945-AD0E-3D231F2EFE94}" destId="{055B5A5B-C20C-AF46-ABAE-8020D9CCF293}" srcOrd="3" destOrd="0" presId="urn:microsoft.com/office/officeart/2005/8/layout/vList2"/>
    <dgm:cxn modelId="{5903CC4A-A136-244B-B765-DFF0257C8142}" type="presParOf" srcId="{405EF12C-67E8-B945-AD0E-3D231F2EFE94}" destId="{7607A619-5728-694E-A44A-177100C87296}" srcOrd="4" destOrd="0" presId="urn:microsoft.com/office/officeart/2005/8/layout/vList2"/>
    <dgm:cxn modelId="{9BCA200F-3F68-6E46-AE38-44C9BE60C6FC}" type="presParOf" srcId="{405EF12C-67E8-B945-AD0E-3D231F2EFE94}" destId="{D92B4C0D-8B04-EE48-84CF-E0BB4FD80A1E}" srcOrd="5" destOrd="0" presId="urn:microsoft.com/office/officeart/2005/8/layout/vList2"/>
    <dgm:cxn modelId="{00978FAD-91FC-9B44-835E-9EAC62C34F18}" type="presParOf" srcId="{405EF12C-67E8-B945-AD0E-3D231F2EFE94}" destId="{F1EF22BE-EB26-D744-BC8B-6ADDAA614782}" srcOrd="6" destOrd="0" presId="urn:microsoft.com/office/officeart/2005/8/layout/vList2"/>
    <dgm:cxn modelId="{5BE4EA14-AB4B-1D48-97DD-2CEE989524AF}" type="presParOf" srcId="{405EF12C-67E8-B945-AD0E-3D231F2EFE94}" destId="{D497548B-01CF-D649-8886-A4C3DB799C95}" srcOrd="7" destOrd="0" presId="urn:microsoft.com/office/officeart/2005/8/layout/vList2"/>
    <dgm:cxn modelId="{66F11E91-EAA7-DB4D-A23C-5910874C26A1}" type="presParOf" srcId="{405EF12C-67E8-B945-AD0E-3D231F2EFE94}" destId="{6604C29E-E6B3-9E4A-948A-167E25C7D51F}" srcOrd="8" destOrd="0" presId="urn:microsoft.com/office/officeart/2005/8/layout/vList2"/>
    <dgm:cxn modelId="{0CC124F2-8CBE-A349-BD18-20DB421615DB}" type="presParOf" srcId="{405EF12C-67E8-B945-AD0E-3D231F2EFE94}" destId="{4FCE2110-03CF-3640-89D9-2F4198A1CFF1}" srcOrd="9" destOrd="0" presId="urn:microsoft.com/office/officeart/2005/8/layout/vList2"/>
    <dgm:cxn modelId="{FAA66A40-400F-A345-9FFE-E8F398A3E0A0}" type="presParOf" srcId="{405EF12C-67E8-B945-AD0E-3D231F2EFE94}" destId="{5F838590-9706-BB4C-BC53-B778E035C8C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7D88D3-03D3-485E-B72D-25B0217AFE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469668-88B1-41D2-9B44-AFAAF1ED143B}">
      <dgm:prSet custT="1"/>
      <dgm:spPr/>
      <dgm:t>
        <a:bodyPr/>
        <a:lstStyle/>
        <a:p>
          <a:r>
            <a:rPr lang="en-US" sz="2000"/>
            <a:t>Split Train/Test et GridSearchCV (pour optimisation)</a:t>
          </a:r>
        </a:p>
      </dgm:t>
    </dgm:pt>
    <dgm:pt modelId="{3500F29C-7534-44B5-9469-410F3A3C6486}" type="parTrans" cxnId="{73592C33-A422-4C76-A794-47655AA01329}">
      <dgm:prSet/>
      <dgm:spPr/>
      <dgm:t>
        <a:bodyPr/>
        <a:lstStyle/>
        <a:p>
          <a:endParaRPr lang="en-US" sz="1200"/>
        </a:p>
      </dgm:t>
    </dgm:pt>
    <dgm:pt modelId="{D5471EA6-6EAA-421F-8F93-41A68CB59E10}" type="sibTrans" cxnId="{73592C33-A422-4C76-A794-47655AA01329}">
      <dgm:prSet/>
      <dgm:spPr/>
      <dgm:t>
        <a:bodyPr/>
        <a:lstStyle/>
        <a:p>
          <a:endParaRPr lang="en-US" sz="1200"/>
        </a:p>
      </dgm:t>
    </dgm:pt>
    <dgm:pt modelId="{2AD36281-9B17-47C2-8C5A-8756EA58C469}">
      <dgm:prSet custT="1"/>
      <dgm:spPr/>
      <dgm:t>
        <a:bodyPr/>
        <a:lstStyle/>
        <a:p>
          <a:r>
            <a:rPr lang="en-US" sz="2000"/>
            <a:t>Encodage des variables catégorielles (OneHot, BinaryEncoder)</a:t>
          </a:r>
        </a:p>
      </dgm:t>
    </dgm:pt>
    <dgm:pt modelId="{DA3D3F02-A405-462E-B693-94EE34C1B27D}" type="parTrans" cxnId="{70830E79-2420-4688-BD61-31DEE0EB39F6}">
      <dgm:prSet/>
      <dgm:spPr/>
      <dgm:t>
        <a:bodyPr/>
        <a:lstStyle/>
        <a:p>
          <a:endParaRPr lang="en-US" sz="1200"/>
        </a:p>
      </dgm:t>
    </dgm:pt>
    <dgm:pt modelId="{46C8170B-9179-473B-B697-890D4257583B}" type="sibTrans" cxnId="{70830E79-2420-4688-BD61-31DEE0EB39F6}">
      <dgm:prSet/>
      <dgm:spPr/>
      <dgm:t>
        <a:bodyPr/>
        <a:lstStyle/>
        <a:p>
          <a:endParaRPr lang="en-US" sz="1200"/>
        </a:p>
      </dgm:t>
    </dgm:pt>
    <dgm:pt modelId="{339B2C3B-DD07-47CB-9E67-63521A0DD7FE}">
      <dgm:prSet custT="1"/>
      <dgm:spPr/>
      <dgm:t>
        <a:bodyPr/>
        <a:lstStyle/>
        <a:p>
          <a:r>
            <a:rPr lang="en-US" sz="2000"/>
            <a:t>Modèles testés : Régression Linéaire, GradientBoosting Regressor, Random Forest Regressor</a:t>
          </a:r>
        </a:p>
      </dgm:t>
    </dgm:pt>
    <dgm:pt modelId="{56FFC557-7123-4313-B04B-FAE2D926CC7F}" type="parTrans" cxnId="{14F19F35-7520-464D-9E85-5F5C5A7E6EAA}">
      <dgm:prSet/>
      <dgm:spPr/>
      <dgm:t>
        <a:bodyPr/>
        <a:lstStyle/>
        <a:p>
          <a:endParaRPr lang="en-US" sz="1200"/>
        </a:p>
      </dgm:t>
    </dgm:pt>
    <dgm:pt modelId="{65687AD3-71A4-4DF8-8A2E-1D7762572DB5}" type="sibTrans" cxnId="{14F19F35-7520-464D-9E85-5F5C5A7E6EAA}">
      <dgm:prSet/>
      <dgm:spPr/>
      <dgm:t>
        <a:bodyPr/>
        <a:lstStyle/>
        <a:p>
          <a:endParaRPr lang="en-US" sz="1200"/>
        </a:p>
      </dgm:t>
    </dgm:pt>
    <dgm:pt modelId="{F3E28002-430E-9F49-B614-3DD136052604}" type="pres">
      <dgm:prSet presAssocID="{7F7D88D3-03D3-485E-B72D-25B0217AFE75}" presName="linear" presStyleCnt="0">
        <dgm:presLayoutVars>
          <dgm:animLvl val="lvl"/>
          <dgm:resizeHandles val="exact"/>
        </dgm:presLayoutVars>
      </dgm:prSet>
      <dgm:spPr/>
    </dgm:pt>
    <dgm:pt modelId="{66AA9E78-2E8B-3E44-B5BA-B49F53AED656}" type="pres">
      <dgm:prSet presAssocID="{3A469668-88B1-41D2-9B44-AFAAF1ED14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97CB29-DF54-3841-AA69-B5C6579003F6}" type="pres">
      <dgm:prSet presAssocID="{D5471EA6-6EAA-421F-8F93-41A68CB59E10}" presName="spacer" presStyleCnt="0"/>
      <dgm:spPr/>
    </dgm:pt>
    <dgm:pt modelId="{9155AB27-99BD-FC43-AE43-5ED43EFB4C46}" type="pres">
      <dgm:prSet presAssocID="{2AD36281-9B17-47C2-8C5A-8756EA58C4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E4966C-9F41-1149-9AF9-0AD015790487}" type="pres">
      <dgm:prSet presAssocID="{46C8170B-9179-473B-B697-890D4257583B}" presName="spacer" presStyleCnt="0"/>
      <dgm:spPr/>
    </dgm:pt>
    <dgm:pt modelId="{5A0DBB4F-F3D6-7A48-810B-542049F47F32}" type="pres">
      <dgm:prSet presAssocID="{339B2C3B-DD07-47CB-9E67-63521A0DD7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3592C33-A422-4C76-A794-47655AA01329}" srcId="{7F7D88D3-03D3-485E-B72D-25B0217AFE75}" destId="{3A469668-88B1-41D2-9B44-AFAAF1ED143B}" srcOrd="0" destOrd="0" parTransId="{3500F29C-7534-44B5-9469-410F3A3C6486}" sibTransId="{D5471EA6-6EAA-421F-8F93-41A68CB59E10}"/>
    <dgm:cxn modelId="{14F19F35-7520-464D-9E85-5F5C5A7E6EAA}" srcId="{7F7D88D3-03D3-485E-B72D-25B0217AFE75}" destId="{339B2C3B-DD07-47CB-9E67-63521A0DD7FE}" srcOrd="2" destOrd="0" parTransId="{56FFC557-7123-4313-B04B-FAE2D926CC7F}" sibTransId="{65687AD3-71A4-4DF8-8A2E-1D7762572DB5}"/>
    <dgm:cxn modelId="{70B54038-549F-494C-9AD3-CCE9F0923780}" type="presOf" srcId="{2AD36281-9B17-47C2-8C5A-8756EA58C469}" destId="{9155AB27-99BD-FC43-AE43-5ED43EFB4C46}" srcOrd="0" destOrd="0" presId="urn:microsoft.com/office/officeart/2005/8/layout/vList2"/>
    <dgm:cxn modelId="{70830E79-2420-4688-BD61-31DEE0EB39F6}" srcId="{7F7D88D3-03D3-485E-B72D-25B0217AFE75}" destId="{2AD36281-9B17-47C2-8C5A-8756EA58C469}" srcOrd="1" destOrd="0" parTransId="{DA3D3F02-A405-462E-B693-94EE34C1B27D}" sibTransId="{46C8170B-9179-473B-B697-890D4257583B}"/>
    <dgm:cxn modelId="{619AAB9F-8BBF-B840-B115-6D7760024272}" type="presOf" srcId="{7F7D88D3-03D3-485E-B72D-25B0217AFE75}" destId="{F3E28002-430E-9F49-B614-3DD136052604}" srcOrd="0" destOrd="0" presId="urn:microsoft.com/office/officeart/2005/8/layout/vList2"/>
    <dgm:cxn modelId="{228CBCAB-2D2F-D24D-8277-5265C90F7C53}" type="presOf" srcId="{3A469668-88B1-41D2-9B44-AFAAF1ED143B}" destId="{66AA9E78-2E8B-3E44-B5BA-B49F53AED656}" srcOrd="0" destOrd="0" presId="urn:microsoft.com/office/officeart/2005/8/layout/vList2"/>
    <dgm:cxn modelId="{DDD956BB-AFBF-7542-BDC1-7A625A030E35}" type="presOf" srcId="{339B2C3B-DD07-47CB-9E67-63521A0DD7FE}" destId="{5A0DBB4F-F3D6-7A48-810B-542049F47F32}" srcOrd="0" destOrd="0" presId="urn:microsoft.com/office/officeart/2005/8/layout/vList2"/>
    <dgm:cxn modelId="{CB993FF1-DE18-CE4F-96F3-BD27AC795393}" type="presParOf" srcId="{F3E28002-430E-9F49-B614-3DD136052604}" destId="{66AA9E78-2E8B-3E44-B5BA-B49F53AED656}" srcOrd="0" destOrd="0" presId="urn:microsoft.com/office/officeart/2005/8/layout/vList2"/>
    <dgm:cxn modelId="{4E41E969-961C-6946-8A03-7BD209345B97}" type="presParOf" srcId="{F3E28002-430E-9F49-B614-3DD136052604}" destId="{C297CB29-DF54-3841-AA69-B5C6579003F6}" srcOrd="1" destOrd="0" presId="urn:microsoft.com/office/officeart/2005/8/layout/vList2"/>
    <dgm:cxn modelId="{DDA2C54D-2EA6-C944-A130-3F742A7A2B76}" type="presParOf" srcId="{F3E28002-430E-9F49-B614-3DD136052604}" destId="{9155AB27-99BD-FC43-AE43-5ED43EFB4C46}" srcOrd="2" destOrd="0" presId="urn:microsoft.com/office/officeart/2005/8/layout/vList2"/>
    <dgm:cxn modelId="{96A96D74-5805-3943-9D94-D47ED3350D09}" type="presParOf" srcId="{F3E28002-430E-9F49-B614-3DD136052604}" destId="{66E4966C-9F41-1149-9AF9-0AD015790487}" srcOrd="3" destOrd="0" presId="urn:microsoft.com/office/officeart/2005/8/layout/vList2"/>
    <dgm:cxn modelId="{AE16F86A-055A-BB44-8FAA-16B109D2E649}" type="presParOf" srcId="{F3E28002-430E-9F49-B614-3DD136052604}" destId="{5A0DBB4F-F3D6-7A48-810B-542049F47F3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E078C9-E384-4639-B009-856D50D2A8A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96019DD-A2F3-4083-A960-87DD03FDB379}">
      <dgm:prSet custT="1"/>
      <dgm:spPr/>
      <dgm:t>
        <a:bodyPr/>
        <a:lstStyle/>
        <a:p>
          <a:r>
            <a:rPr lang="en-US" sz="1600"/>
            <a:t>Données nettoyées et enrichies</a:t>
          </a:r>
        </a:p>
      </dgm:t>
    </dgm:pt>
    <dgm:pt modelId="{9C320E70-1F4A-4D3D-867D-6671A41978DC}" type="parTrans" cxnId="{D2902DB4-FA88-4851-B947-726C40FD3632}">
      <dgm:prSet/>
      <dgm:spPr/>
      <dgm:t>
        <a:bodyPr/>
        <a:lstStyle/>
        <a:p>
          <a:endParaRPr lang="en-US" sz="2400"/>
        </a:p>
      </dgm:t>
    </dgm:pt>
    <dgm:pt modelId="{FBE8B1B9-5771-4119-8E01-9906B56EAD05}" type="sibTrans" cxnId="{D2902DB4-FA88-4851-B947-726C40FD3632}">
      <dgm:prSet/>
      <dgm:spPr/>
      <dgm:t>
        <a:bodyPr/>
        <a:lstStyle/>
        <a:p>
          <a:endParaRPr lang="en-US" sz="2400"/>
        </a:p>
      </dgm:t>
    </dgm:pt>
    <dgm:pt modelId="{18E8AF42-18B6-4DE3-9312-4E1F9F479AA9}">
      <dgm:prSet custT="1"/>
      <dgm:spPr/>
      <dgm:t>
        <a:bodyPr/>
        <a:lstStyle/>
        <a:p>
          <a:r>
            <a:rPr lang="en-US" sz="1600"/>
            <a:t>Modèle retenu : Gradient Boosting Regressore</a:t>
          </a:r>
        </a:p>
      </dgm:t>
    </dgm:pt>
    <dgm:pt modelId="{2A39F5E3-AEF4-4411-BD64-29ED83B01177}" type="parTrans" cxnId="{0BF2B944-D705-4BFA-8D4F-8674A7B8E887}">
      <dgm:prSet/>
      <dgm:spPr/>
      <dgm:t>
        <a:bodyPr/>
        <a:lstStyle/>
        <a:p>
          <a:endParaRPr lang="en-US" sz="2400"/>
        </a:p>
      </dgm:t>
    </dgm:pt>
    <dgm:pt modelId="{4728E4C1-D45F-45F5-94EF-EDC3FF06B278}" type="sibTrans" cxnId="{0BF2B944-D705-4BFA-8D4F-8674A7B8E887}">
      <dgm:prSet/>
      <dgm:spPr/>
      <dgm:t>
        <a:bodyPr/>
        <a:lstStyle/>
        <a:p>
          <a:endParaRPr lang="en-US" sz="2400"/>
        </a:p>
      </dgm:t>
    </dgm:pt>
    <dgm:pt modelId="{5CBEE1FF-EEC6-41E1-A5E5-57BE6172A44C}">
      <dgm:prSet custT="1"/>
      <dgm:spPr/>
      <dgm:t>
        <a:bodyPr/>
        <a:lstStyle/>
        <a:p>
          <a:r>
            <a:rPr lang="en-US" sz="1600"/>
            <a:t>Performances stables pour une première version</a:t>
          </a:r>
        </a:p>
      </dgm:t>
    </dgm:pt>
    <dgm:pt modelId="{6D67F087-B029-4EA4-9DEF-C20757BF874B}" type="parTrans" cxnId="{01B6FA74-6408-41C5-907F-BF096EE85983}">
      <dgm:prSet/>
      <dgm:spPr/>
      <dgm:t>
        <a:bodyPr/>
        <a:lstStyle/>
        <a:p>
          <a:endParaRPr lang="en-US" sz="2400"/>
        </a:p>
      </dgm:t>
    </dgm:pt>
    <dgm:pt modelId="{760C3646-2C29-45B5-808D-A663EF7F35EC}" type="sibTrans" cxnId="{01B6FA74-6408-41C5-907F-BF096EE85983}">
      <dgm:prSet/>
      <dgm:spPr/>
      <dgm:t>
        <a:bodyPr/>
        <a:lstStyle/>
        <a:p>
          <a:endParaRPr lang="en-US" sz="2400"/>
        </a:p>
      </dgm:t>
    </dgm:pt>
    <dgm:pt modelId="{F1A71852-F580-4745-92B0-B3F3FD013777}">
      <dgm:prSet custT="1"/>
      <dgm:spPr/>
      <dgm:t>
        <a:bodyPr/>
        <a:lstStyle/>
        <a:p>
          <a:r>
            <a:rPr lang="en-US" sz="1600"/>
            <a:t>Perspectives : Les variables structurelles des batiments ne sont uniquement pas suffisantes de une prediction fiable</a:t>
          </a:r>
        </a:p>
      </dgm:t>
    </dgm:pt>
    <dgm:pt modelId="{62854CA1-7FF5-496D-860F-F62B588F27E1}" type="parTrans" cxnId="{0271E72F-BFF3-453C-AD39-E7B7E8B4A492}">
      <dgm:prSet/>
      <dgm:spPr/>
      <dgm:t>
        <a:bodyPr/>
        <a:lstStyle/>
        <a:p>
          <a:endParaRPr lang="en-US" sz="2400"/>
        </a:p>
      </dgm:t>
    </dgm:pt>
    <dgm:pt modelId="{37FB81AE-4989-43BE-86A7-74A12EC18811}" type="sibTrans" cxnId="{0271E72F-BFF3-453C-AD39-E7B7E8B4A492}">
      <dgm:prSet/>
      <dgm:spPr/>
      <dgm:t>
        <a:bodyPr/>
        <a:lstStyle/>
        <a:p>
          <a:endParaRPr lang="en-US" sz="2400"/>
        </a:p>
      </dgm:t>
    </dgm:pt>
    <dgm:pt modelId="{B451A540-9734-466F-A143-A97306756267}" type="pres">
      <dgm:prSet presAssocID="{0EE078C9-E384-4639-B009-856D50D2A8AE}" presName="root" presStyleCnt="0">
        <dgm:presLayoutVars>
          <dgm:dir/>
          <dgm:resizeHandles val="exact"/>
        </dgm:presLayoutVars>
      </dgm:prSet>
      <dgm:spPr/>
    </dgm:pt>
    <dgm:pt modelId="{E21C93E3-4E3F-487A-89CE-B2C2B343C735}" type="pres">
      <dgm:prSet presAssocID="{796019DD-A2F3-4083-A960-87DD03FDB379}" presName="compNode" presStyleCnt="0"/>
      <dgm:spPr/>
    </dgm:pt>
    <dgm:pt modelId="{E1B94F9D-96A3-4357-9356-53C7EF009C12}" type="pres">
      <dgm:prSet presAssocID="{796019DD-A2F3-4083-A960-87DD03FDB3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A30C2F4-2512-4963-9FAA-3829653F2106}" type="pres">
      <dgm:prSet presAssocID="{796019DD-A2F3-4083-A960-87DD03FDB379}" presName="spaceRect" presStyleCnt="0"/>
      <dgm:spPr/>
    </dgm:pt>
    <dgm:pt modelId="{BFE994A9-8628-4469-8FE8-E94378C832D0}" type="pres">
      <dgm:prSet presAssocID="{796019DD-A2F3-4083-A960-87DD03FDB379}" presName="textRect" presStyleLbl="revTx" presStyleIdx="0" presStyleCnt="4">
        <dgm:presLayoutVars>
          <dgm:chMax val="1"/>
          <dgm:chPref val="1"/>
        </dgm:presLayoutVars>
      </dgm:prSet>
      <dgm:spPr/>
    </dgm:pt>
    <dgm:pt modelId="{F0B29FBE-BA75-46E5-B457-CEF2CF5253BC}" type="pres">
      <dgm:prSet presAssocID="{FBE8B1B9-5771-4119-8E01-9906B56EAD05}" presName="sibTrans" presStyleCnt="0"/>
      <dgm:spPr/>
    </dgm:pt>
    <dgm:pt modelId="{8A37D2EA-D32B-4D01-A912-073788AA7D9B}" type="pres">
      <dgm:prSet presAssocID="{18E8AF42-18B6-4DE3-9312-4E1F9F479AA9}" presName="compNode" presStyleCnt="0"/>
      <dgm:spPr/>
    </dgm:pt>
    <dgm:pt modelId="{1AFA3AC3-DDA5-4B91-893F-8C085B4776A6}" type="pres">
      <dgm:prSet presAssocID="{18E8AF42-18B6-4DE3-9312-4E1F9F479A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80D81024-5521-431A-8305-244E60B73E9A}" type="pres">
      <dgm:prSet presAssocID="{18E8AF42-18B6-4DE3-9312-4E1F9F479AA9}" presName="spaceRect" presStyleCnt="0"/>
      <dgm:spPr/>
    </dgm:pt>
    <dgm:pt modelId="{9B0AABCD-D4C1-4C43-A86C-BBBB136264EF}" type="pres">
      <dgm:prSet presAssocID="{18E8AF42-18B6-4DE3-9312-4E1F9F479AA9}" presName="textRect" presStyleLbl="revTx" presStyleIdx="1" presStyleCnt="4">
        <dgm:presLayoutVars>
          <dgm:chMax val="1"/>
          <dgm:chPref val="1"/>
        </dgm:presLayoutVars>
      </dgm:prSet>
      <dgm:spPr/>
    </dgm:pt>
    <dgm:pt modelId="{066AAFE5-B9FC-4375-9DE2-ABD76A95EDC3}" type="pres">
      <dgm:prSet presAssocID="{4728E4C1-D45F-45F5-94EF-EDC3FF06B278}" presName="sibTrans" presStyleCnt="0"/>
      <dgm:spPr/>
    </dgm:pt>
    <dgm:pt modelId="{AFC325B8-4734-4DA1-BD8C-2B4C4473BB4A}" type="pres">
      <dgm:prSet presAssocID="{5CBEE1FF-EEC6-41E1-A5E5-57BE6172A44C}" presName="compNode" presStyleCnt="0"/>
      <dgm:spPr/>
    </dgm:pt>
    <dgm:pt modelId="{FCBD5381-352D-4445-AB0F-F33A5590D062}" type="pres">
      <dgm:prSet presAssocID="{5CBEE1FF-EEC6-41E1-A5E5-57BE6172A44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7C6094FE-40DE-413B-A41A-54F92A03546D}" type="pres">
      <dgm:prSet presAssocID="{5CBEE1FF-EEC6-41E1-A5E5-57BE6172A44C}" presName="spaceRect" presStyleCnt="0"/>
      <dgm:spPr/>
    </dgm:pt>
    <dgm:pt modelId="{A945D1DC-59FD-4525-8986-71AE316E8B8F}" type="pres">
      <dgm:prSet presAssocID="{5CBEE1FF-EEC6-41E1-A5E5-57BE6172A44C}" presName="textRect" presStyleLbl="revTx" presStyleIdx="2" presStyleCnt="4">
        <dgm:presLayoutVars>
          <dgm:chMax val="1"/>
          <dgm:chPref val="1"/>
        </dgm:presLayoutVars>
      </dgm:prSet>
      <dgm:spPr/>
    </dgm:pt>
    <dgm:pt modelId="{7D1B4F80-9D40-4F2A-8912-1E788BE3AB6F}" type="pres">
      <dgm:prSet presAssocID="{760C3646-2C29-45B5-808D-A663EF7F35EC}" presName="sibTrans" presStyleCnt="0"/>
      <dgm:spPr/>
    </dgm:pt>
    <dgm:pt modelId="{C1D53ADA-5679-4B53-ADC7-FADFCA8BA4D3}" type="pres">
      <dgm:prSet presAssocID="{F1A71852-F580-4745-92B0-B3F3FD013777}" presName="compNode" presStyleCnt="0"/>
      <dgm:spPr/>
    </dgm:pt>
    <dgm:pt modelId="{8DEB8A62-B25E-4C6A-8C03-A0428F5081CA}" type="pres">
      <dgm:prSet presAssocID="{F1A71852-F580-4745-92B0-B3F3FD0137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472EA8E0-2AAD-40D5-B362-326E3E30A8C9}" type="pres">
      <dgm:prSet presAssocID="{F1A71852-F580-4745-92B0-B3F3FD013777}" presName="spaceRect" presStyleCnt="0"/>
      <dgm:spPr/>
    </dgm:pt>
    <dgm:pt modelId="{A9017A69-9762-4539-9118-9D5296FA0EF9}" type="pres">
      <dgm:prSet presAssocID="{F1A71852-F580-4745-92B0-B3F3FD0137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71E72F-BFF3-453C-AD39-E7B7E8B4A492}" srcId="{0EE078C9-E384-4639-B009-856D50D2A8AE}" destId="{F1A71852-F580-4745-92B0-B3F3FD013777}" srcOrd="3" destOrd="0" parTransId="{62854CA1-7FF5-496D-860F-F62B588F27E1}" sibTransId="{37FB81AE-4989-43BE-86A7-74A12EC18811}"/>
    <dgm:cxn modelId="{27B8F03B-2A9C-4CE7-B75E-83AF8F217969}" type="presOf" srcId="{F1A71852-F580-4745-92B0-B3F3FD013777}" destId="{A9017A69-9762-4539-9118-9D5296FA0EF9}" srcOrd="0" destOrd="0" presId="urn:microsoft.com/office/officeart/2018/2/layout/IconLabelList"/>
    <dgm:cxn modelId="{FC618340-76CB-4F8F-A648-6CB45409A2F6}" type="presOf" srcId="{5CBEE1FF-EEC6-41E1-A5E5-57BE6172A44C}" destId="{A945D1DC-59FD-4525-8986-71AE316E8B8F}" srcOrd="0" destOrd="0" presId="urn:microsoft.com/office/officeart/2018/2/layout/IconLabelList"/>
    <dgm:cxn modelId="{0BF2B944-D705-4BFA-8D4F-8674A7B8E887}" srcId="{0EE078C9-E384-4639-B009-856D50D2A8AE}" destId="{18E8AF42-18B6-4DE3-9312-4E1F9F479AA9}" srcOrd="1" destOrd="0" parTransId="{2A39F5E3-AEF4-4411-BD64-29ED83B01177}" sibTransId="{4728E4C1-D45F-45F5-94EF-EDC3FF06B278}"/>
    <dgm:cxn modelId="{01B6FA74-6408-41C5-907F-BF096EE85983}" srcId="{0EE078C9-E384-4639-B009-856D50D2A8AE}" destId="{5CBEE1FF-EEC6-41E1-A5E5-57BE6172A44C}" srcOrd="2" destOrd="0" parTransId="{6D67F087-B029-4EA4-9DEF-C20757BF874B}" sibTransId="{760C3646-2C29-45B5-808D-A663EF7F35EC}"/>
    <dgm:cxn modelId="{2D5DF494-0BFE-4F35-816E-BC823BD8A4DA}" type="presOf" srcId="{18E8AF42-18B6-4DE3-9312-4E1F9F479AA9}" destId="{9B0AABCD-D4C1-4C43-A86C-BBBB136264EF}" srcOrd="0" destOrd="0" presId="urn:microsoft.com/office/officeart/2018/2/layout/IconLabelList"/>
    <dgm:cxn modelId="{D2902DB4-FA88-4851-B947-726C40FD3632}" srcId="{0EE078C9-E384-4639-B009-856D50D2A8AE}" destId="{796019DD-A2F3-4083-A960-87DD03FDB379}" srcOrd="0" destOrd="0" parTransId="{9C320E70-1F4A-4D3D-867D-6671A41978DC}" sibTransId="{FBE8B1B9-5771-4119-8E01-9906B56EAD05}"/>
    <dgm:cxn modelId="{5260BBBB-F04C-4934-9B60-830A6D4A213A}" type="presOf" srcId="{796019DD-A2F3-4083-A960-87DD03FDB379}" destId="{BFE994A9-8628-4469-8FE8-E94378C832D0}" srcOrd="0" destOrd="0" presId="urn:microsoft.com/office/officeart/2018/2/layout/IconLabelList"/>
    <dgm:cxn modelId="{AB8869E4-E5D0-4605-8F99-9672F045B9F0}" type="presOf" srcId="{0EE078C9-E384-4639-B009-856D50D2A8AE}" destId="{B451A540-9734-466F-A143-A97306756267}" srcOrd="0" destOrd="0" presId="urn:microsoft.com/office/officeart/2018/2/layout/IconLabelList"/>
    <dgm:cxn modelId="{4E8B7C9C-4D39-4D21-ACF2-CE0F2B5AC0EF}" type="presParOf" srcId="{B451A540-9734-466F-A143-A97306756267}" destId="{E21C93E3-4E3F-487A-89CE-B2C2B343C735}" srcOrd="0" destOrd="0" presId="urn:microsoft.com/office/officeart/2018/2/layout/IconLabelList"/>
    <dgm:cxn modelId="{93EF9325-624D-4A80-8D63-DE0DDE80B123}" type="presParOf" srcId="{E21C93E3-4E3F-487A-89CE-B2C2B343C735}" destId="{E1B94F9D-96A3-4357-9356-53C7EF009C12}" srcOrd="0" destOrd="0" presId="urn:microsoft.com/office/officeart/2018/2/layout/IconLabelList"/>
    <dgm:cxn modelId="{9B398425-08F2-492B-9868-EDCF65B8DB5E}" type="presParOf" srcId="{E21C93E3-4E3F-487A-89CE-B2C2B343C735}" destId="{BA30C2F4-2512-4963-9FAA-3829653F2106}" srcOrd="1" destOrd="0" presId="urn:microsoft.com/office/officeart/2018/2/layout/IconLabelList"/>
    <dgm:cxn modelId="{59538C7A-8E66-4FB2-9C1C-DEC1E54E1B4D}" type="presParOf" srcId="{E21C93E3-4E3F-487A-89CE-B2C2B343C735}" destId="{BFE994A9-8628-4469-8FE8-E94378C832D0}" srcOrd="2" destOrd="0" presId="urn:microsoft.com/office/officeart/2018/2/layout/IconLabelList"/>
    <dgm:cxn modelId="{26AC742B-0F60-4963-8FB7-DFC9B04F826B}" type="presParOf" srcId="{B451A540-9734-466F-A143-A97306756267}" destId="{F0B29FBE-BA75-46E5-B457-CEF2CF5253BC}" srcOrd="1" destOrd="0" presId="urn:microsoft.com/office/officeart/2018/2/layout/IconLabelList"/>
    <dgm:cxn modelId="{89B0DF96-7B57-4BBD-BD09-7DE276898DFA}" type="presParOf" srcId="{B451A540-9734-466F-A143-A97306756267}" destId="{8A37D2EA-D32B-4D01-A912-073788AA7D9B}" srcOrd="2" destOrd="0" presId="urn:microsoft.com/office/officeart/2018/2/layout/IconLabelList"/>
    <dgm:cxn modelId="{7E09D928-8D73-4E76-8F70-3D06EBE7CDD9}" type="presParOf" srcId="{8A37D2EA-D32B-4D01-A912-073788AA7D9B}" destId="{1AFA3AC3-DDA5-4B91-893F-8C085B4776A6}" srcOrd="0" destOrd="0" presId="urn:microsoft.com/office/officeart/2018/2/layout/IconLabelList"/>
    <dgm:cxn modelId="{23D7FCE1-9CFC-4748-BCEA-638CD062239C}" type="presParOf" srcId="{8A37D2EA-D32B-4D01-A912-073788AA7D9B}" destId="{80D81024-5521-431A-8305-244E60B73E9A}" srcOrd="1" destOrd="0" presId="urn:microsoft.com/office/officeart/2018/2/layout/IconLabelList"/>
    <dgm:cxn modelId="{93344260-4FD6-43F5-81B8-63E6DE14B37B}" type="presParOf" srcId="{8A37D2EA-D32B-4D01-A912-073788AA7D9B}" destId="{9B0AABCD-D4C1-4C43-A86C-BBBB136264EF}" srcOrd="2" destOrd="0" presId="urn:microsoft.com/office/officeart/2018/2/layout/IconLabelList"/>
    <dgm:cxn modelId="{B96DE7DB-48A6-4CB4-81A4-CA97EC4418AD}" type="presParOf" srcId="{B451A540-9734-466F-A143-A97306756267}" destId="{066AAFE5-B9FC-4375-9DE2-ABD76A95EDC3}" srcOrd="3" destOrd="0" presId="urn:microsoft.com/office/officeart/2018/2/layout/IconLabelList"/>
    <dgm:cxn modelId="{746142A0-8988-47EC-BC5A-F412CF424B39}" type="presParOf" srcId="{B451A540-9734-466F-A143-A97306756267}" destId="{AFC325B8-4734-4DA1-BD8C-2B4C4473BB4A}" srcOrd="4" destOrd="0" presId="urn:microsoft.com/office/officeart/2018/2/layout/IconLabelList"/>
    <dgm:cxn modelId="{3DE63E82-A9D4-4038-9821-79042E4C2998}" type="presParOf" srcId="{AFC325B8-4734-4DA1-BD8C-2B4C4473BB4A}" destId="{FCBD5381-352D-4445-AB0F-F33A5590D062}" srcOrd="0" destOrd="0" presId="urn:microsoft.com/office/officeart/2018/2/layout/IconLabelList"/>
    <dgm:cxn modelId="{3B43CACF-B780-41B3-B18D-31A4F53A9D83}" type="presParOf" srcId="{AFC325B8-4734-4DA1-BD8C-2B4C4473BB4A}" destId="{7C6094FE-40DE-413B-A41A-54F92A03546D}" srcOrd="1" destOrd="0" presId="urn:microsoft.com/office/officeart/2018/2/layout/IconLabelList"/>
    <dgm:cxn modelId="{F6AA1DDC-4898-4682-A85F-3BAE53136220}" type="presParOf" srcId="{AFC325B8-4734-4DA1-BD8C-2B4C4473BB4A}" destId="{A945D1DC-59FD-4525-8986-71AE316E8B8F}" srcOrd="2" destOrd="0" presId="urn:microsoft.com/office/officeart/2018/2/layout/IconLabelList"/>
    <dgm:cxn modelId="{836BAB72-CFFA-4664-A112-0AB5185D9232}" type="presParOf" srcId="{B451A540-9734-466F-A143-A97306756267}" destId="{7D1B4F80-9D40-4F2A-8912-1E788BE3AB6F}" srcOrd="5" destOrd="0" presId="urn:microsoft.com/office/officeart/2018/2/layout/IconLabelList"/>
    <dgm:cxn modelId="{039515C9-B40D-425E-BA54-F5548CE94983}" type="presParOf" srcId="{B451A540-9734-466F-A143-A97306756267}" destId="{C1D53ADA-5679-4B53-ADC7-FADFCA8BA4D3}" srcOrd="6" destOrd="0" presId="urn:microsoft.com/office/officeart/2018/2/layout/IconLabelList"/>
    <dgm:cxn modelId="{D01EE9CD-B657-45F4-9CB5-AF51FFD2076B}" type="presParOf" srcId="{C1D53ADA-5679-4B53-ADC7-FADFCA8BA4D3}" destId="{8DEB8A62-B25E-4C6A-8C03-A0428F5081CA}" srcOrd="0" destOrd="0" presId="urn:microsoft.com/office/officeart/2018/2/layout/IconLabelList"/>
    <dgm:cxn modelId="{5F3F940D-1197-4628-9FA2-D600FDE27622}" type="presParOf" srcId="{C1D53ADA-5679-4B53-ADC7-FADFCA8BA4D3}" destId="{472EA8E0-2AAD-40D5-B362-326E3E30A8C9}" srcOrd="1" destOrd="0" presId="urn:microsoft.com/office/officeart/2018/2/layout/IconLabelList"/>
    <dgm:cxn modelId="{57E7A369-B31F-46AA-8EBF-35D13B4E0337}" type="presParOf" srcId="{C1D53ADA-5679-4B53-ADC7-FADFCA8BA4D3}" destId="{A9017A69-9762-4539-9118-9D5296FA0E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1C0401-964E-453A-B4FC-FF0D7ADE48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D0B09F-9002-4446-828C-D1C9B41B29F2}">
      <dgm:prSet custT="1"/>
      <dgm:spPr/>
      <dgm:t>
        <a:bodyPr/>
        <a:lstStyle/>
        <a:p>
          <a:r>
            <a:rPr lang="en-US" sz="2400"/>
            <a:t>Utilisation de BentoML pour packager le modèle</a:t>
          </a:r>
        </a:p>
      </dgm:t>
    </dgm:pt>
    <dgm:pt modelId="{13F208A1-A0B4-4BF9-BEF3-A3EC78AFF133}" type="parTrans" cxnId="{62CB88CC-EF8F-485C-9D3E-DD255CCE3135}">
      <dgm:prSet/>
      <dgm:spPr/>
      <dgm:t>
        <a:bodyPr/>
        <a:lstStyle/>
        <a:p>
          <a:endParaRPr lang="en-US" sz="1200"/>
        </a:p>
      </dgm:t>
    </dgm:pt>
    <dgm:pt modelId="{FE2F3D47-1C57-45F4-AE04-3EA40120A7AE}" type="sibTrans" cxnId="{62CB88CC-EF8F-485C-9D3E-DD255CCE3135}">
      <dgm:prSet/>
      <dgm:spPr/>
      <dgm:t>
        <a:bodyPr/>
        <a:lstStyle/>
        <a:p>
          <a:endParaRPr lang="en-US" sz="1200"/>
        </a:p>
      </dgm:t>
    </dgm:pt>
    <dgm:pt modelId="{F08BF113-495B-4E1D-B267-965DD185F4E7}">
      <dgm:prSet custT="1"/>
      <dgm:spPr/>
      <dgm:t>
        <a:bodyPr/>
        <a:lstStyle/>
        <a:p>
          <a:r>
            <a:rPr lang="en-US" sz="2400"/>
            <a:t>Configuration via le fichier bentoml.yaml</a:t>
          </a:r>
        </a:p>
      </dgm:t>
    </dgm:pt>
    <dgm:pt modelId="{7E35A411-942D-4DD6-AB5D-B53A818D907E}" type="parTrans" cxnId="{DF7AFE1F-0341-40F0-9E8D-71FA312F44E4}">
      <dgm:prSet/>
      <dgm:spPr/>
      <dgm:t>
        <a:bodyPr/>
        <a:lstStyle/>
        <a:p>
          <a:endParaRPr lang="en-US" sz="1200"/>
        </a:p>
      </dgm:t>
    </dgm:pt>
    <dgm:pt modelId="{D0B74692-E3BD-4DCA-A801-4C0E904946BC}" type="sibTrans" cxnId="{DF7AFE1F-0341-40F0-9E8D-71FA312F44E4}">
      <dgm:prSet/>
      <dgm:spPr/>
      <dgm:t>
        <a:bodyPr/>
        <a:lstStyle/>
        <a:p>
          <a:endParaRPr lang="en-US" sz="1200"/>
        </a:p>
      </dgm:t>
    </dgm:pt>
    <dgm:pt modelId="{074E0D3A-1E6A-4EF9-A9B6-DE7AE401D902}">
      <dgm:prSet custT="1"/>
      <dgm:spPr/>
      <dgm:t>
        <a:bodyPr/>
        <a:lstStyle/>
        <a:p>
          <a:r>
            <a:rPr lang="en-US" sz="2400"/>
            <a:t>Création d’un conteneur Docker à partir du service BentoML</a:t>
          </a:r>
        </a:p>
      </dgm:t>
    </dgm:pt>
    <dgm:pt modelId="{18BB7AF4-4111-405B-8ED8-AAF44F5E3468}" type="parTrans" cxnId="{A221B4A1-217D-435A-A629-AFF7FD2FC215}">
      <dgm:prSet/>
      <dgm:spPr/>
      <dgm:t>
        <a:bodyPr/>
        <a:lstStyle/>
        <a:p>
          <a:endParaRPr lang="en-US" sz="1200"/>
        </a:p>
      </dgm:t>
    </dgm:pt>
    <dgm:pt modelId="{FFB5A9B9-FE78-4C82-8D5F-3FEC066D70D6}" type="sibTrans" cxnId="{A221B4A1-217D-435A-A629-AFF7FD2FC215}">
      <dgm:prSet/>
      <dgm:spPr/>
      <dgm:t>
        <a:bodyPr/>
        <a:lstStyle/>
        <a:p>
          <a:endParaRPr lang="en-US" sz="1200"/>
        </a:p>
      </dgm:t>
    </dgm:pt>
    <dgm:pt modelId="{BF601137-4B8B-4524-A775-62D667487CAD}">
      <dgm:prSet custT="1"/>
      <dgm:spPr/>
      <dgm:t>
        <a:bodyPr/>
        <a:lstStyle/>
        <a:p>
          <a:r>
            <a:rPr lang="en-US" sz="2400"/>
            <a:t>Image poussée sur un registre Docker (Docker Hub / registry)</a:t>
          </a:r>
        </a:p>
      </dgm:t>
    </dgm:pt>
    <dgm:pt modelId="{180F4BB5-51BB-454B-AB3D-16107D04A6FE}" type="parTrans" cxnId="{50F98A08-9D63-4F68-A9A1-FEEDA2A80B68}">
      <dgm:prSet/>
      <dgm:spPr/>
      <dgm:t>
        <a:bodyPr/>
        <a:lstStyle/>
        <a:p>
          <a:endParaRPr lang="en-US" sz="1200"/>
        </a:p>
      </dgm:t>
    </dgm:pt>
    <dgm:pt modelId="{FC8A2358-AA8D-4C38-AF2B-F21807284C8D}" type="sibTrans" cxnId="{50F98A08-9D63-4F68-A9A1-FEEDA2A80B68}">
      <dgm:prSet/>
      <dgm:spPr/>
      <dgm:t>
        <a:bodyPr/>
        <a:lstStyle/>
        <a:p>
          <a:endParaRPr lang="en-US" sz="1200"/>
        </a:p>
      </dgm:t>
    </dgm:pt>
    <dgm:pt modelId="{FF199598-5208-4946-B0DC-613DF787B614}" type="pres">
      <dgm:prSet presAssocID="{C01C0401-964E-453A-B4FC-FF0D7ADE4871}" presName="linear" presStyleCnt="0">
        <dgm:presLayoutVars>
          <dgm:animLvl val="lvl"/>
          <dgm:resizeHandles val="exact"/>
        </dgm:presLayoutVars>
      </dgm:prSet>
      <dgm:spPr/>
    </dgm:pt>
    <dgm:pt modelId="{A4B6DF31-F87B-554D-AD0D-4D3D38820E03}" type="pres">
      <dgm:prSet presAssocID="{33D0B09F-9002-4446-828C-D1C9B41B29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BA1332-FB07-5E42-854E-990A977E6E0B}" type="pres">
      <dgm:prSet presAssocID="{FE2F3D47-1C57-45F4-AE04-3EA40120A7AE}" presName="spacer" presStyleCnt="0"/>
      <dgm:spPr/>
    </dgm:pt>
    <dgm:pt modelId="{A1DD959E-74E8-1C4C-9BC4-CADB9490BA86}" type="pres">
      <dgm:prSet presAssocID="{F08BF113-495B-4E1D-B267-965DD185F4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175ED8-1121-764C-9864-88E9811200C4}" type="pres">
      <dgm:prSet presAssocID="{D0B74692-E3BD-4DCA-A801-4C0E904946BC}" presName="spacer" presStyleCnt="0"/>
      <dgm:spPr/>
    </dgm:pt>
    <dgm:pt modelId="{E1504916-76B8-E84D-9E3A-CE7888BB1D05}" type="pres">
      <dgm:prSet presAssocID="{074E0D3A-1E6A-4EF9-A9B6-DE7AE401D9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E7855E-5012-D34F-A39F-74C74932CF96}" type="pres">
      <dgm:prSet presAssocID="{FFB5A9B9-FE78-4C82-8D5F-3FEC066D70D6}" presName="spacer" presStyleCnt="0"/>
      <dgm:spPr/>
    </dgm:pt>
    <dgm:pt modelId="{0F95C48B-0942-B942-9AB9-A225DDE1492F}" type="pres">
      <dgm:prSet presAssocID="{BF601137-4B8B-4524-A775-62D667487C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F98A08-9D63-4F68-A9A1-FEEDA2A80B68}" srcId="{C01C0401-964E-453A-B4FC-FF0D7ADE4871}" destId="{BF601137-4B8B-4524-A775-62D667487CAD}" srcOrd="3" destOrd="0" parTransId="{180F4BB5-51BB-454B-AB3D-16107D04A6FE}" sibTransId="{FC8A2358-AA8D-4C38-AF2B-F21807284C8D}"/>
    <dgm:cxn modelId="{DF7AFE1F-0341-40F0-9E8D-71FA312F44E4}" srcId="{C01C0401-964E-453A-B4FC-FF0D7ADE4871}" destId="{F08BF113-495B-4E1D-B267-965DD185F4E7}" srcOrd="1" destOrd="0" parTransId="{7E35A411-942D-4DD6-AB5D-B53A818D907E}" sibTransId="{D0B74692-E3BD-4DCA-A801-4C0E904946BC}"/>
    <dgm:cxn modelId="{05F2233F-8410-7242-AB47-F675AFBA440C}" type="presOf" srcId="{F08BF113-495B-4E1D-B267-965DD185F4E7}" destId="{A1DD959E-74E8-1C4C-9BC4-CADB9490BA86}" srcOrd="0" destOrd="0" presId="urn:microsoft.com/office/officeart/2005/8/layout/vList2"/>
    <dgm:cxn modelId="{1AE8AA74-0694-924B-8C99-9CC762EF9E2A}" type="presOf" srcId="{BF601137-4B8B-4524-A775-62D667487CAD}" destId="{0F95C48B-0942-B942-9AB9-A225DDE1492F}" srcOrd="0" destOrd="0" presId="urn:microsoft.com/office/officeart/2005/8/layout/vList2"/>
    <dgm:cxn modelId="{B0869A78-770B-F149-B790-C891736C6994}" type="presOf" srcId="{C01C0401-964E-453A-B4FC-FF0D7ADE4871}" destId="{FF199598-5208-4946-B0DC-613DF787B614}" srcOrd="0" destOrd="0" presId="urn:microsoft.com/office/officeart/2005/8/layout/vList2"/>
    <dgm:cxn modelId="{A221B4A1-217D-435A-A629-AFF7FD2FC215}" srcId="{C01C0401-964E-453A-B4FC-FF0D7ADE4871}" destId="{074E0D3A-1E6A-4EF9-A9B6-DE7AE401D902}" srcOrd="2" destOrd="0" parTransId="{18BB7AF4-4111-405B-8ED8-AAF44F5E3468}" sibTransId="{FFB5A9B9-FE78-4C82-8D5F-3FEC066D70D6}"/>
    <dgm:cxn modelId="{E365F9B6-C776-634E-AAF1-E2D2B6BF0CD6}" type="presOf" srcId="{074E0D3A-1E6A-4EF9-A9B6-DE7AE401D902}" destId="{E1504916-76B8-E84D-9E3A-CE7888BB1D05}" srcOrd="0" destOrd="0" presId="urn:microsoft.com/office/officeart/2005/8/layout/vList2"/>
    <dgm:cxn modelId="{62CB88CC-EF8F-485C-9D3E-DD255CCE3135}" srcId="{C01C0401-964E-453A-B4FC-FF0D7ADE4871}" destId="{33D0B09F-9002-4446-828C-D1C9B41B29F2}" srcOrd="0" destOrd="0" parTransId="{13F208A1-A0B4-4BF9-BEF3-A3EC78AFF133}" sibTransId="{FE2F3D47-1C57-45F4-AE04-3EA40120A7AE}"/>
    <dgm:cxn modelId="{0AAA05FA-AB3C-0840-A293-9147E2FECD73}" type="presOf" srcId="{33D0B09F-9002-4446-828C-D1C9B41B29F2}" destId="{A4B6DF31-F87B-554D-AD0D-4D3D38820E03}" srcOrd="0" destOrd="0" presId="urn:microsoft.com/office/officeart/2005/8/layout/vList2"/>
    <dgm:cxn modelId="{1DD5BA08-4427-D041-837F-BC65E0F24056}" type="presParOf" srcId="{FF199598-5208-4946-B0DC-613DF787B614}" destId="{A4B6DF31-F87B-554D-AD0D-4D3D38820E03}" srcOrd="0" destOrd="0" presId="urn:microsoft.com/office/officeart/2005/8/layout/vList2"/>
    <dgm:cxn modelId="{567CE6C4-22A7-2C40-B53B-7C7F6F65F0A3}" type="presParOf" srcId="{FF199598-5208-4946-B0DC-613DF787B614}" destId="{16BA1332-FB07-5E42-854E-990A977E6E0B}" srcOrd="1" destOrd="0" presId="urn:microsoft.com/office/officeart/2005/8/layout/vList2"/>
    <dgm:cxn modelId="{A06A15D4-BFB2-2B48-AA2B-10FE77EB2601}" type="presParOf" srcId="{FF199598-5208-4946-B0DC-613DF787B614}" destId="{A1DD959E-74E8-1C4C-9BC4-CADB9490BA86}" srcOrd="2" destOrd="0" presId="urn:microsoft.com/office/officeart/2005/8/layout/vList2"/>
    <dgm:cxn modelId="{943465A1-8E21-CB40-96D0-4C7565E7602C}" type="presParOf" srcId="{FF199598-5208-4946-B0DC-613DF787B614}" destId="{96175ED8-1121-764C-9864-88E9811200C4}" srcOrd="3" destOrd="0" presId="urn:microsoft.com/office/officeart/2005/8/layout/vList2"/>
    <dgm:cxn modelId="{781BC7ED-31BF-1E47-8D47-A70473F9F177}" type="presParOf" srcId="{FF199598-5208-4946-B0DC-613DF787B614}" destId="{E1504916-76B8-E84D-9E3A-CE7888BB1D05}" srcOrd="4" destOrd="0" presId="urn:microsoft.com/office/officeart/2005/8/layout/vList2"/>
    <dgm:cxn modelId="{C55D735D-1FE7-624F-A076-7021843251A8}" type="presParOf" srcId="{FF199598-5208-4946-B0DC-613DF787B614}" destId="{3CE7855E-5012-D34F-A39F-74C74932CF96}" srcOrd="5" destOrd="0" presId="urn:microsoft.com/office/officeart/2005/8/layout/vList2"/>
    <dgm:cxn modelId="{124D6B15-0E6E-9A4A-B11B-DC7AA7E1D096}" type="presParOf" srcId="{FF199598-5208-4946-B0DC-613DF787B614}" destId="{0F95C48B-0942-B942-9AB9-A225DDE1492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7FDCBB-F327-42C3-A491-EF5ED065CC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ED5349-6134-4815-A1B6-C0F2266A4E43}">
      <dgm:prSet custT="1"/>
      <dgm:spPr/>
      <dgm:t>
        <a:bodyPr/>
        <a:lstStyle/>
        <a:p>
          <a:r>
            <a:rPr lang="en-US" sz="2400"/>
            <a:t>Déploiement du conteneur sur Render (PaaS)</a:t>
          </a:r>
        </a:p>
      </dgm:t>
    </dgm:pt>
    <dgm:pt modelId="{DC1DD03E-6072-4338-A19E-14253EE3C897}" type="parTrans" cxnId="{6551C026-CA87-4303-AE75-5577AA8E1293}">
      <dgm:prSet/>
      <dgm:spPr/>
      <dgm:t>
        <a:bodyPr/>
        <a:lstStyle/>
        <a:p>
          <a:endParaRPr lang="en-US" sz="1100"/>
        </a:p>
      </dgm:t>
    </dgm:pt>
    <dgm:pt modelId="{D431E2B5-980F-4EDF-8AF5-B4CE24259A33}" type="sibTrans" cxnId="{6551C026-CA87-4303-AE75-5577AA8E1293}">
      <dgm:prSet/>
      <dgm:spPr/>
      <dgm:t>
        <a:bodyPr/>
        <a:lstStyle/>
        <a:p>
          <a:endParaRPr lang="en-US" sz="1100"/>
        </a:p>
      </dgm:t>
    </dgm:pt>
    <dgm:pt modelId="{02DB7836-05B1-41BE-933D-2777254D70CD}">
      <dgm:prSet custT="1"/>
      <dgm:spPr/>
      <dgm:t>
        <a:bodyPr/>
        <a:lstStyle/>
        <a:p>
          <a:r>
            <a:rPr lang="en-US" sz="2400"/>
            <a:t>Service exposé via une API HTTPS publique</a:t>
          </a:r>
        </a:p>
      </dgm:t>
    </dgm:pt>
    <dgm:pt modelId="{5BE131C9-6C29-43E0-BFBE-061EF5468E6E}" type="parTrans" cxnId="{E197F7A9-D01E-454E-80BA-66EB2A3B2A75}">
      <dgm:prSet/>
      <dgm:spPr/>
      <dgm:t>
        <a:bodyPr/>
        <a:lstStyle/>
        <a:p>
          <a:endParaRPr lang="en-US" sz="1100"/>
        </a:p>
      </dgm:t>
    </dgm:pt>
    <dgm:pt modelId="{A017217B-1166-4EF9-A9B3-F2B1608EFC7B}" type="sibTrans" cxnId="{E197F7A9-D01E-454E-80BA-66EB2A3B2A75}">
      <dgm:prSet/>
      <dgm:spPr/>
      <dgm:t>
        <a:bodyPr/>
        <a:lstStyle/>
        <a:p>
          <a:endParaRPr lang="en-US" sz="1100"/>
        </a:p>
      </dgm:t>
    </dgm:pt>
    <dgm:pt modelId="{27111961-D716-4C03-B580-EE41D93D0B08}">
      <dgm:prSet custT="1"/>
      <dgm:spPr/>
      <dgm:t>
        <a:bodyPr/>
        <a:lstStyle/>
        <a:p>
          <a:r>
            <a:rPr lang="en-US" sz="2400"/>
            <a:t>Swagger UI générée automatiquement par BentoML</a:t>
          </a:r>
        </a:p>
      </dgm:t>
    </dgm:pt>
    <dgm:pt modelId="{768F3743-07A3-42ED-A1D9-63E261BBE85B}" type="parTrans" cxnId="{C33F6702-1C3E-4CCE-8A7E-AF455F728DDD}">
      <dgm:prSet/>
      <dgm:spPr/>
      <dgm:t>
        <a:bodyPr/>
        <a:lstStyle/>
        <a:p>
          <a:endParaRPr lang="en-US" sz="1100"/>
        </a:p>
      </dgm:t>
    </dgm:pt>
    <dgm:pt modelId="{5C9182D0-3391-4BA9-AC34-66BDEDB5CD02}" type="sibTrans" cxnId="{C33F6702-1C3E-4CCE-8A7E-AF455F728DDD}">
      <dgm:prSet/>
      <dgm:spPr/>
      <dgm:t>
        <a:bodyPr/>
        <a:lstStyle/>
        <a:p>
          <a:endParaRPr lang="en-US" sz="1100"/>
        </a:p>
      </dgm:t>
    </dgm:pt>
    <dgm:pt modelId="{E0C19364-878D-43CC-B4A3-E5ACD1AA0571}">
      <dgm:prSet custT="1"/>
      <dgm:spPr/>
      <dgm:t>
        <a:bodyPr/>
        <a:lstStyle/>
        <a:p>
          <a:r>
            <a:rPr lang="en-US" sz="2400"/>
            <a:t>API testée avec requests (Python) et interface Swagger</a:t>
          </a:r>
        </a:p>
      </dgm:t>
    </dgm:pt>
    <dgm:pt modelId="{9F9E8AE9-9C62-4666-9A99-A9F2745461CA}" type="parTrans" cxnId="{3F627004-303C-4133-86AE-AAC06AEE684C}">
      <dgm:prSet/>
      <dgm:spPr/>
      <dgm:t>
        <a:bodyPr/>
        <a:lstStyle/>
        <a:p>
          <a:endParaRPr lang="en-US" sz="1100"/>
        </a:p>
      </dgm:t>
    </dgm:pt>
    <dgm:pt modelId="{2294FEB3-3C6C-4E37-AF94-01881ACE9AC1}" type="sibTrans" cxnId="{3F627004-303C-4133-86AE-AAC06AEE684C}">
      <dgm:prSet/>
      <dgm:spPr/>
      <dgm:t>
        <a:bodyPr/>
        <a:lstStyle/>
        <a:p>
          <a:endParaRPr lang="en-US" sz="1100"/>
        </a:p>
      </dgm:t>
    </dgm:pt>
    <dgm:pt modelId="{7AD423FF-DCF8-5F4D-9410-29D7A6BC52FB}" type="pres">
      <dgm:prSet presAssocID="{F07FDCBB-F327-42C3-A491-EF5ED065CC1B}" presName="linear" presStyleCnt="0">
        <dgm:presLayoutVars>
          <dgm:animLvl val="lvl"/>
          <dgm:resizeHandles val="exact"/>
        </dgm:presLayoutVars>
      </dgm:prSet>
      <dgm:spPr/>
    </dgm:pt>
    <dgm:pt modelId="{CB234719-4FB4-484C-9588-B24A1E179D0D}" type="pres">
      <dgm:prSet presAssocID="{28ED5349-6134-4815-A1B6-C0F2266A4E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502E34-5100-B04D-A249-5A48473E4854}" type="pres">
      <dgm:prSet presAssocID="{D431E2B5-980F-4EDF-8AF5-B4CE24259A33}" presName="spacer" presStyleCnt="0"/>
      <dgm:spPr/>
    </dgm:pt>
    <dgm:pt modelId="{58BEBCAF-C434-544A-84FB-5BBAC8F846F3}" type="pres">
      <dgm:prSet presAssocID="{02DB7836-05B1-41BE-933D-2777254D70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999055-6842-4547-9B20-81EEEB791EC1}" type="pres">
      <dgm:prSet presAssocID="{A017217B-1166-4EF9-A9B3-F2B1608EFC7B}" presName="spacer" presStyleCnt="0"/>
      <dgm:spPr/>
    </dgm:pt>
    <dgm:pt modelId="{42EB55D2-E601-0C4B-8974-1CC352102519}" type="pres">
      <dgm:prSet presAssocID="{27111961-D716-4C03-B580-EE41D93D0B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B9935E7-147D-884D-95C3-EAFDD938C0B0}" type="pres">
      <dgm:prSet presAssocID="{5C9182D0-3391-4BA9-AC34-66BDEDB5CD02}" presName="spacer" presStyleCnt="0"/>
      <dgm:spPr/>
    </dgm:pt>
    <dgm:pt modelId="{B88D24B1-1BCE-D743-91C2-86F02FB93FDF}" type="pres">
      <dgm:prSet presAssocID="{E0C19364-878D-43CC-B4A3-E5ACD1AA05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3F6702-1C3E-4CCE-8A7E-AF455F728DDD}" srcId="{F07FDCBB-F327-42C3-A491-EF5ED065CC1B}" destId="{27111961-D716-4C03-B580-EE41D93D0B08}" srcOrd="2" destOrd="0" parTransId="{768F3743-07A3-42ED-A1D9-63E261BBE85B}" sibTransId="{5C9182D0-3391-4BA9-AC34-66BDEDB5CD02}"/>
    <dgm:cxn modelId="{3F627004-303C-4133-86AE-AAC06AEE684C}" srcId="{F07FDCBB-F327-42C3-A491-EF5ED065CC1B}" destId="{E0C19364-878D-43CC-B4A3-E5ACD1AA0571}" srcOrd="3" destOrd="0" parTransId="{9F9E8AE9-9C62-4666-9A99-A9F2745461CA}" sibTransId="{2294FEB3-3C6C-4E37-AF94-01881ACE9AC1}"/>
    <dgm:cxn modelId="{6551C026-CA87-4303-AE75-5577AA8E1293}" srcId="{F07FDCBB-F327-42C3-A491-EF5ED065CC1B}" destId="{28ED5349-6134-4815-A1B6-C0F2266A4E43}" srcOrd="0" destOrd="0" parTransId="{DC1DD03E-6072-4338-A19E-14253EE3C897}" sibTransId="{D431E2B5-980F-4EDF-8AF5-B4CE24259A33}"/>
    <dgm:cxn modelId="{7360D857-8058-CD42-9D2B-8E3C42798125}" type="presOf" srcId="{E0C19364-878D-43CC-B4A3-E5ACD1AA0571}" destId="{B88D24B1-1BCE-D743-91C2-86F02FB93FDF}" srcOrd="0" destOrd="0" presId="urn:microsoft.com/office/officeart/2005/8/layout/vList2"/>
    <dgm:cxn modelId="{CDBB8D6E-AEE7-7542-8A60-F980F612EC1B}" type="presOf" srcId="{27111961-D716-4C03-B580-EE41D93D0B08}" destId="{42EB55D2-E601-0C4B-8974-1CC352102519}" srcOrd="0" destOrd="0" presId="urn:microsoft.com/office/officeart/2005/8/layout/vList2"/>
    <dgm:cxn modelId="{C7C74B7A-3354-714D-95D2-CA642466BB4B}" type="presOf" srcId="{28ED5349-6134-4815-A1B6-C0F2266A4E43}" destId="{CB234719-4FB4-484C-9588-B24A1E179D0D}" srcOrd="0" destOrd="0" presId="urn:microsoft.com/office/officeart/2005/8/layout/vList2"/>
    <dgm:cxn modelId="{117BB687-C2A2-7F43-906F-3B5996411ACE}" type="presOf" srcId="{02DB7836-05B1-41BE-933D-2777254D70CD}" destId="{58BEBCAF-C434-544A-84FB-5BBAC8F846F3}" srcOrd="0" destOrd="0" presId="urn:microsoft.com/office/officeart/2005/8/layout/vList2"/>
    <dgm:cxn modelId="{CC274C94-7303-744B-A786-1EFC2A9AA13B}" type="presOf" srcId="{F07FDCBB-F327-42C3-A491-EF5ED065CC1B}" destId="{7AD423FF-DCF8-5F4D-9410-29D7A6BC52FB}" srcOrd="0" destOrd="0" presId="urn:microsoft.com/office/officeart/2005/8/layout/vList2"/>
    <dgm:cxn modelId="{E197F7A9-D01E-454E-80BA-66EB2A3B2A75}" srcId="{F07FDCBB-F327-42C3-A491-EF5ED065CC1B}" destId="{02DB7836-05B1-41BE-933D-2777254D70CD}" srcOrd="1" destOrd="0" parTransId="{5BE131C9-6C29-43E0-BFBE-061EF5468E6E}" sibTransId="{A017217B-1166-4EF9-A9B3-F2B1608EFC7B}"/>
    <dgm:cxn modelId="{B1B6B408-AB51-0F44-95F9-A49D4FFF9FB8}" type="presParOf" srcId="{7AD423FF-DCF8-5F4D-9410-29D7A6BC52FB}" destId="{CB234719-4FB4-484C-9588-B24A1E179D0D}" srcOrd="0" destOrd="0" presId="urn:microsoft.com/office/officeart/2005/8/layout/vList2"/>
    <dgm:cxn modelId="{336F5F38-6669-C84C-AC7E-1F2CA3C5C529}" type="presParOf" srcId="{7AD423FF-DCF8-5F4D-9410-29D7A6BC52FB}" destId="{1D502E34-5100-B04D-A249-5A48473E4854}" srcOrd="1" destOrd="0" presId="urn:microsoft.com/office/officeart/2005/8/layout/vList2"/>
    <dgm:cxn modelId="{9945F673-433E-D942-B18F-774951035E08}" type="presParOf" srcId="{7AD423FF-DCF8-5F4D-9410-29D7A6BC52FB}" destId="{58BEBCAF-C434-544A-84FB-5BBAC8F846F3}" srcOrd="2" destOrd="0" presId="urn:microsoft.com/office/officeart/2005/8/layout/vList2"/>
    <dgm:cxn modelId="{89110150-2E61-7A4E-922E-BD118AE09F96}" type="presParOf" srcId="{7AD423FF-DCF8-5F4D-9410-29D7A6BC52FB}" destId="{56999055-6842-4547-9B20-81EEEB791EC1}" srcOrd="3" destOrd="0" presId="urn:microsoft.com/office/officeart/2005/8/layout/vList2"/>
    <dgm:cxn modelId="{B92BDEB0-E583-B04C-A7D7-EA020B2603DB}" type="presParOf" srcId="{7AD423FF-DCF8-5F4D-9410-29D7A6BC52FB}" destId="{42EB55D2-E601-0C4B-8974-1CC352102519}" srcOrd="4" destOrd="0" presId="urn:microsoft.com/office/officeart/2005/8/layout/vList2"/>
    <dgm:cxn modelId="{09C073AE-11DA-2A47-9FF0-31B00A7F9DE5}" type="presParOf" srcId="{7AD423FF-DCF8-5F4D-9410-29D7A6BC52FB}" destId="{9B9935E7-147D-884D-95C3-EAFDD938C0B0}" srcOrd="5" destOrd="0" presId="urn:microsoft.com/office/officeart/2005/8/layout/vList2"/>
    <dgm:cxn modelId="{8539D7D5-3939-F243-B461-4B528B88DE94}" type="presParOf" srcId="{7AD423FF-DCF8-5F4D-9410-29D7A6BC52FB}" destId="{B88D24B1-1BCE-D743-91C2-86F02FB93F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60E7B-8AA4-F24D-A5C7-2604D756E55B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: Seattle Building Energy Benchmarking 2016</a:t>
          </a:r>
        </a:p>
      </dsp:txBody>
      <dsp:txXfrm>
        <a:off x="0" y="1653508"/>
        <a:ext cx="3286125" cy="2610802"/>
      </dsp:txXfrm>
    </dsp:sp>
    <dsp:sp modelId="{C64A6787-B586-FF46-80D7-F1A23DAF73F2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9FDE5ED5-70D9-904A-B084-7CEA915C8277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293C549-AB9B-F144-88DB-F977285E6F5B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Objectif : prédire la consommation énergétique et emission Co2</a:t>
          </a:r>
        </a:p>
      </dsp:txBody>
      <dsp:txXfrm>
        <a:off x="3614737" y="1653508"/>
        <a:ext cx="3286125" cy="2610802"/>
      </dsp:txXfrm>
    </dsp:sp>
    <dsp:sp modelId="{35F12CD0-C689-B540-A898-03BB4B560721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08AFF93D-28E5-5949-AB12-60FC9C204569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E8054D7-5A0A-7643-A329-59EA837E896F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Bâtiments de différents types avec usages multiples</a:t>
          </a:r>
        </a:p>
      </dsp:txBody>
      <dsp:txXfrm>
        <a:off x="7229475" y="1653508"/>
        <a:ext cx="3286125" cy="2610802"/>
      </dsp:txXfrm>
    </dsp:sp>
    <dsp:sp modelId="{0FFB0BF5-0328-5142-AB59-020A6983786F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36850170-DE35-0B42-BC15-D972039EA969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889E9-4A8A-9F47-AAD7-3FD283A13C4D}">
      <dsp:nvSpPr>
        <dsp:cNvPr id="0" name=""/>
        <dsp:cNvSpPr/>
      </dsp:nvSpPr>
      <dsp:spPr>
        <a:xfrm>
          <a:off x="0" y="79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Suppression colonnes inutiles : OSEBuildingID, TaxParcelID, etc.</a:t>
          </a:r>
        </a:p>
      </dsp:txBody>
      <dsp:txXfrm>
        <a:off x="49347" y="57288"/>
        <a:ext cx="10874106" cy="912186"/>
      </dsp:txXfrm>
    </dsp:sp>
    <dsp:sp modelId="{6B240CD4-D7A5-3E4D-A3C6-4EFC65614882}">
      <dsp:nvSpPr>
        <dsp:cNvPr id="0" name=""/>
        <dsp:cNvSpPr/>
      </dsp:nvSpPr>
      <dsp:spPr>
        <a:xfrm>
          <a:off x="0" y="11743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Suppression localisation : Address, ZipCode, Latitude, Longitude</a:t>
          </a:r>
        </a:p>
      </dsp:txBody>
      <dsp:txXfrm>
        <a:off x="49347" y="1223688"/>
        <a:ext cx="10874106" cy="912186"/>
      </dsp:txXfrm>
    </dsp:sp>
    <dsp:sp modelId="{E5E21C5E-0058-3F42-BE06-DB420F87A7E6}">
      <dsp:nvSpPr>
        <dsp:cNvPr id="0" name=""/>
        <dsp:cNvSpPr/>
      </dsp:nvSpPr>
      <dsp:spPr>
        <a:xfrm>
          <a:off x="0" y="23407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Colonnes uniques/descriptives supprimées : PropertyName, ListOfAllPropertyUseTypes</a:t>
          </a:r>
        </a:p>
      </dsp:txBody>
      <dsp:txXfrm>
        <a:off x="49347" y="2390088"/>
        <a:ext cx="10874106" cy="912186"/>
      </dsp:txXfrm>
    </dsp:sp>
    <dsp:sp modelId="{AFFA180F-29F2-1842-94A1-2CDF9E08E8FF}">
      <dsp:nvSpPr>
        <dsp:cNvPr id="0" name=""/>
        <dsp:cNvSpPr/>
      </dsp:nvSpPr>
      <dsp:spPr>
        <a:xfrm>
          <a:off x="0" y="35071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Uniformisation de Neighborhood (ex: delridge neighborhoods → delridge)</a:t>
          </a:r>
        </a:p>
      </dsp:txBody>
      <dsp:txXfrm>
        <a:off x="49347" y="3556488"/>
        <a:ext cx="10874106" cy="9121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F54C3-0EB5-474E-8EFB-AC0EE8B1920A}">
      <dsp:nvSpPr>
        <dsp:cNvPr id="0" name=""/>
        <dsp:cNvSpPr/>
      </dsp:nvSpPr>
      <dsp:spPr>
        <a:xfrm>
          <a:off x="0" y="45381"/>
          <a:ext cx="109728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Gestion valeurs manquantes :</a:t>
          </a:r>
        </a:p>
      </dsp:txBody>
      <dsp:txXfrm>
        <a:off x="31984" y="77365"/>
        <a:ext cx="10908832" cy="591232"/>
      </dsp:txXfrm>
    </dsp:sp>
    <dsp:sp modelId="{D0194074-4647-F84E-8A71-039BF5D12BDA}">
      <dsp:nvSpPr>
        <dsp:cNvPr id="0" name=""/>
        <dsp:cNvSpPr/>
      </dsp:nvSpPr>
      <dsp:spPr>
        <a:xfrm>
          <a:off x="0" y="801381"/>
          <a:ext cx="109728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Second/Third Property Use → 'None', GFA = 0</a:t>
          </a:r>
        </a:p>
      </dsp:txBody>
      <dsp:txXfrm>
        <a:off x="31984" y="833365"/>
        <a:ext cx="10908832" cy="591232"/>
      </dsp:txXfrm>
    </dsp:sp>
    <dsp:sp modelId="{7607A619-5728-694E-A44A-177100C87296}">
      <dsp:nvSpPr>
        <dsp:cNvPr id="0" name=""/>
        <dsp:cNvSpPr/>
      </dsp:nvSpPr>
      <dsp:spPr>
        <a:xfrm>
          <a:off x="0" y="1557381"/>
          <a:ext cx="109728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Suppression de 20 lignes non imputables</a:t>
          </a:r>
        </a:p>
      </dsp:txBody>
      <dsp:txXfrm>
        <a:off x="31984" y="1589365"/>
        <a:ext cx="10908832" cy="591232"/>
      </dsp:txXfrm>
    </dsp:sp>
    <dsp:sp modelId="{F1EF22BE-EB26-D744-BC8B-6ADDAA614782}">
      <dsp:nvSpPr>
        <dsp:cNvPr id="0" name=""/>
        <dsp:cNvSpPr/>
      </dsp:nvSpPr>
      <dsp:spPr>
        <a:xfrm>
          <a:off x="0" y="2313381"/>
          <a:ext cx="109728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ENERGYSTARScore imputé avec la médiane</a:t>
          </a:r>
        </a:p>
      </dsp:txBody>
      <dsp:txXfrm>
        <a:off x="31984" y="2345365"/>
        <a:ext cx="10908832" cy="591232"/>
      </dsp:txXfrm>
    </dsp:sp>
    <dsp:sp modelId="{6604C29E-E6B3-9E4A-948A-167E25C7D51F}">
      <dsp:nvSpPr>
        <dsp:cNvPr id="0" name=""/>
        <dsp:cNvSpPr/>
      </dsp:nvSpPr>
      <dsp:spPr>
        <a:xfrm>
          <a:off x="0" y="3069381"/>
          <a:ext cx="109728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Détection et suppression des outliers (IQR)</a:t>
          </a:r>
        </a:p>
      </dsp:txBody>
      <dsp:txXfrm>
        <a:off x="31984" y="3101365"/>
        <a:ext cx="10908832" cy="591232"/>
      </dsp:txXfrm>
    </dsp:sp>
    <dsp:sp modelId="{5F838590-9706-BB4C-BC53-B778E035C8C8}">
      <dsp:nvSpPr>
        <dsp:cNvPr id="0" name=""/>
        <dsp:cNvSpPr/>
      </dsp:nvSpPr>
      <dsp:spPr>
        <a:xfrm>
          <a:off x="0" y="3825381"/>
          <a:ext cx="109728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Suppression variables redondantes (EUI, GHGEmissionsIntensity)</a:t>
          </a:r>
        </a:p>
      </dsp:txBody>
      <dsp:txXfrm>
        <a:off x="31984" y="3857365"/>
        <a:ext cx="10908832" cy="591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A9E78-2E8B-3E44-B5BA-B49F53AED656}">
      <dsp:nvSpPr>
        <dsp:cNvPr id="0" name=""/>
        <dsp:cNvSpPr/>
      </dsp:nvSpPr>
      <dsp:spPr>
        <a:xfrm>
          <a:off x="0" y="250581"/>
          <a:ext cx="109728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Split Train/Test et GridSearchCV (pour optimisation)</a:t>
          </a:r>
        </a:p>
      </dsp:txBody>
      <dsp:txXfrm>
        <a:off x="59399" y="309980"/>
        <a:ext cx="10854002" cy="1098002"/>
      </dsp:txXfrm>
    </dsp:sp>
    <dsp:sp modelId="{9155AB27-99BD-FC43-AE43-5ED43EFB4C46}">
      <dsp:nvSpPr>
        <dsp:cNvPr id="0" name=""/>
        <dsp:cNvSpPr/>
      </dsp:nvSpPr>
      <dsp:spPr>
        <a:xfrm>
          <a:off x="0" y="1654581"/>
          <a:ext cx="109728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Encodage des variables catégorielles (OneHot, BinaryEncoder)</a:t>
          </a:r>
        </a:p>
      </dsp:txBody>
      <dsp:txXfrm>
        <a:off x="59399" y="1713980"/>
        <a:ext cx="10854002" cy="1098002"/>
      </dsp:txXfrm>
    </dsp:sp>
    <dsp:sp modelId="{5A0DBB4F-F3D6-7A48-810B-542049F47F32}">
      <dsp:nvSpPr>
        <dsp:cNvPr id="0" name=""/>
        <dsp:cNvSpPr/>
      </dsp:nvSpPr>
      <dsp:spPr>
        <a:xfrm>
          <a:off x="0" y="3058581"/>
          <a:ext cx="109728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Modèles testés : Régression Linéaire, GradientBoosting Regressor, Random Forest Regressor</a:t>
          </a:r>
        </a:p>
      </dsp:txBody>
      <dsp:txXfrm>
        <a:off x="59399" y="3117980"/>
        <a:ext cx="10854002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94F9D-96A3-4357-9356-53C7EF009C12}">
      <dsp:nvSpPr>
        <dsp:cNvPr id="0" name=""/>
        <dsp:cNvSpPr/>
      </dsp:nvSpPr>
      <dsp:spPr>
        <a:xfrm>
          <a:off x="752566" y="806986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994A9-8628-4469-8FE8-E94378C832D0}">
      <dsp:nvSpPr>
        <dsp:cNvPr id="0" name=""/>
        <dsp:cNvSpPr/>
      </dsp:nvSpPr>
      <dsp:spPr>
        <a:xfrm>
          <a:off x="100682" y="2260818"/>
          <a:ext cx="2370489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Données nettoyées et enrichies</a:t>
          </a:r>
        </a:p>
      </dsp:txBody>
      <dsp:txXfrm>
        <a:off x="100682" y="2260818"/>
        <a:ext cx="2370489" cy="1125000"/>
      </dsp:txXfrm>
    </dsp:sp>
    <dsp:sp modelId="{1AFA3AC3-DDA5-4B91-893F-8C085B4776A6}">
      <dsp:nvSpPr>
        <dsp:cNvPr id="0" name=""/>
        <dsp:cNvSpPr/>
      </dsp:nvSpPr>
      <dsp:spPr>
        <a:xfrm>
          <a:off x="3537891" y="806986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AABCD-D4C1-4C43-A86C-BBBB136264EF}">
      <dsp:nvSpPr>
        <dsp:cNvPr id="0" name=""/>
        <dsp:cNvSpPr/>
      </dsp:nvSpPr>
      <dsp:spPr>
        <a:xfrm>
          <a:off x="2886007" y="2260818"/>
          <a:ext cx="2370489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Modèle retenu : Gradient Boosting Regressore</a:t>
          </a:r>
        </a:p>
      </dsp:txBody>
      <dsp:txXfrm>
        <a:off x="2886007" y="2260818"/>
        <a:ext cx="2370489" cy="1125000"/>
      </dsp:txXfrm>
    </dsp:sp>
    <dsp:sp modelId="{FCBD5381-352D-4445-AB0F-F33A5590D062}">
      <dsp:nvSpPr>
        <dsp:cNvPr id="0" name=""/>
        <dsp:cNvSpPr/>
      </dsp:nvSpPr>
      <dsp:spPr>
        <a:xfrm>
          <a:off x="6323216" y="806986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5D1DC-59FD-4525-8986-71AE316E8B8F}">
      <dsp:nvSpPr>
        <dsp:cNvPr id="0" name=""/>
        <dsp:cNvSpPr/>
      </dsp:nvSpPr>
      <dsp:spPr>
        <a:xfrm>
          <a:off x="5671332" y="2260818"/>
          <a:ext cx="2370489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Performances stables pour une première version</a:t>
          </a:r>
        </a:p>
      </dsp:txBody>
      <dsp:txXfrm>
        <a:off x="5671332" y="2260818"/>
        <a:ext cx="2370489" cy="1125000"/>
      </dsp:txXfrm>
    </dsp:sp>
    <dsp:sp modelId="{8DEB8A62-B25E-4C6A-8C03-A0428F5081CA}">
      <dsp:nvSpPr>
        <dsp:cNvPr id="0" name=""/>
        <dsp:cNvSpPr/>
      </dsp:nvSpPr>
      <dsp:spPr>
        <a:xfrm>
          <a:off x="9108541" y="806986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17A69-9762-4539-9118-9D5296FA0EF9}">
      <dsp:nvSpPr>
        <dsp:cNvPr id="0" name=""/>
        <dsp:cNvSpPr/>
      </dsp:nvSpPr>
      <dsp:spPr>
        <a:xfrm>
          <a:off x="8456657" y="2260818"/>
          <a:ext cx="2370489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Perspectives : Les variables structurelles des batiments ne sont uniquement pas suffisantes de une prediction fiable</a:t>
          </a:r>
        </a:p>
      </dsp:txBody>
      <dsp:txXfrm>
        <a:off x="8456657" y="2260818"/>
        <a:ext cx="2370489" cy="1125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6DF31-F87B-554D-AD0D-4D3D38820E03}">
      <dsp:nvSpPr>
        <dsp:cNvPr id="0" name=""/>
        <dsp:cNvSpPr/>
      </dsp:nvSpPr>
      <dsp:spPr>
        <a:xfrm>
          <a:off x="0" y="79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Utilisation de BentoML pour packager le modèle</a:t>
          </a:r>
        </a:p>
      </dsp:txBody>
      <dsp:txXfrm>
        <a:off x="49347" y="57288"/>
        <a:ext cx="10874106" cy="912186"/>
      </dsp:txXfrm>
    </dsp:sp>
    <dsp:sp modelId="{A1DD959E-74E8-1C4C-9BC4-CADB9490BA86}">
      <dsp:nvSpPr>
        <dsp:cNvPr id="0" name=""/>
        <dsp:cNvSpPr/>
      </dsp:nvSpPr>
      <dsp:spPr>
        <a:xfrm>
          <a:off x="0" y="11743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Configuration via le fichier bentoml.yaml</a:t>
          </a:r>
        </a:p>
      </dsp:txBody>
      <dsp:txXfrm>
        <a:off x="49347" y="1223688"/>
        <a:ext cx="10874106" cy="912186"/>
      </dsp:txXfrm>
    </dsp:sp>
    <dsp:sp modelId="{E1504916-76B8-E84D-9E3A-CE7888BB1D05}">
      <dsp:nvSpPr>
        <dsp:cNvPr id="0" name=""/>
        <dsp:cNvSpPr/>
      </dsp:nvSpPr>
      <dsp:spPr>
        <a:xfrm>
          <a:off x="0" y="23407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Création d’un conteneur Docker à partir du service BentoML</a:t>
          </a:r>
        </a:p>
      </dsp:txBody>
      <dsp:txXfrm>
        <a:off x="49347" y="2390088"/>
        <a:ext cx="10874106" cy="912186"/>
      </dsp:txXfrm>
    </dsp:sp>
    <dsp:sp modelId="{0F95C48B-0942-B942-9AB9-A225DDE1492F}">
      <dsp:nvSpPr>
        <dsp:cNvPr id="0" name=""/>
        <dsp:cNvSpPr/>
      </dsp:nvSpPr>
      <dsp:spPr>
        <a:xfrm>
          <a:off x="0" y="35071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Image poussée sur un registre Docker (Docker Hub / registry)</a:t>
          </a:r>
        </a:p>
      </dsp:txBody>
      <dsp:txXfrm>
        <a:off x="49347" y="3556488"/>
        <a:ext cx="10874106" cy="9121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34719-4FB4-484C-9588-B24A1E179D0D}">
      <dsp:nvSpPr>
        <dsp:cNvPr id="0" name=""/>
        <dsp:cNvSpPr/>
      </dsp:nvSpPr>
      <dsp:spPr>
        <a:xfrm>
          <a:off x="0" y="79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Déploiement du conteneur sur Render (PaaS)</a:t>
          </a:r>
        </a:p>
      </dsp:txBody>
      <dsp:txXfrm>
        <a:off x="49347" y="57288"/>
        <a:ext cx="10874106" cy="912186"/>
      </dsp:txXfrm>
    </dsp:sp>
    <dsp:sp modelId="{58BEBCAF-C434-544A-84FB-5BBAC8F846F3}">
      <dsp:nvSpPr>
        <dsp:cNvPr id="0" name=""/>
        <dsp:cNvSpPr/>
      </dsp:nvSpPr>
      <dsp:spPr>
        <a:xfrm>
          <a:off x="0" y="11743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Service exposé via une API HTTPS publique</a:t>
          </a:r>
        </a:p>
      </dsp:txBody>
      <dsp:txXfrm>
        <a:off x="49347" y="1223688"/>
        <a:ext cx="10874106" cy="912186"/>
      </dsp:txXfrm>
    </dsp:sp>
    <dsp:sp modelId="{42EB55D2-E601-0C4B-8974-1CC352102519}">
      <dsp:nvSpPr>
        <dsp:cNvPr id="0" name=""/>
        <dsp:cNvSpPr/>
      </dsp:nvSpPr>
      <dsp:spPr>
        <a:xfrm>
          <a:off x="0" y="23407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Swagger UI générée automatiquement par BentoML</a:t>
          </a:r>
        </a:p>
      </dsp:txBody>
      <dsp:txXfrm>
        <a:off x="49347" y="2390088"/>
        <a:ext cx="10874106" cy="912186"/>
      </dsp:txXfrm>
    </dsp:sp>
    <dsp:sp modelId="{B88D24B1-1BCE-D743-91C2-86F02FB93FDF}">
      <dsp:nvSpPr>
        <dsp:cNvPr id="0" name=""/>
        <dsp:cNvSpPr/>
      </dsp:nvSpPr>
      <dsp:spPr>
        <a:xfrm>
          <a:off x="0" y="3507141"/>
          <a:ext cx="10972800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API testée avec requests (Python) et interface Swagger</a:t>
          </a:r>
        </a:p>
      </dsp:txBody>
      <dsp:txXfrm>
        <a:off x="49347" y="3556488"/>
        <a:ext cx="10874106" cy="912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220AA-9BE1-284A-BA42-E8A7615A36ED}" type="datetimeFigureOut">
              <a:t>10/09/2025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4799C-FE90-D84D-823E-C09801A77ED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40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799C-FE90-D84D-823E-C09801A77EDE}" type="slidenum">
              <a:rPr lang="en-FR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48854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799C-FE90-D84D-823E-C09801A77EDE}" type="slidenum">
              <a:rPr lang="en-FR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695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799C-FE90-D84D-823E-C09801A77EDE}" type="slidenum">
              <a:rPr lang="en-FR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27986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81E9-100A-242C-9F60-21D24946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38DF0-228A-3BB8-9F8C-6720A776D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12249-C302-DB6F-F196-0DE6237D8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A1065-2034-6409-04C3-A7B9043F6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799C-FE90-D84D-823E-C09801A77EDE}" type="slidenum">
              <a:rPr lang="en-FR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35353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799C-FE90-D84D-823E-C09801A77EDE}" type="slidenum"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081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3DD8-ADE2-4320-C2E3-3C5220E77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B1C91-94C0-1D42-4DBF-EB72BB6AA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D189B-6749-7E59-E7B1-6ED1BA07A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C0414-7C2E-EDC8-7332-9D371351B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4799C-FE90-D84D-823E-C09801A77EDE}" type="slidenum">
              <a:rPr lang="en-FR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7356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7273-6C42-3EB8-D27C-658751DFA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6F1CB-AD23-362F-508C-5686BA12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669FD-DDA2-B888-CD89-2B5D90184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33D15-0A50-751B-3979-EED8DED81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4799C-FE90-D84D-823E-C09801A77EDE}" type="slidenum">
              <a:rPr kumimoji="0" lang="en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58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Modélisation supervisée sur la consommation énergétique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Présentation du modèle– Partie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F7D4D2-9077-F526-54C1-4E6D520D8A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sz="4000"/>
              <a:t>Contexte du projet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3BEFC6-8BC4-D0DB-E722-0484801D0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5052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Préparation </a:t>
            </a:r>
            <a:r>
              <a:rPr sz="3200"/>
              <a:t>des</a:t>
            </a:r>
            <a:r>
              <a:rPr sz="3600"/>
              <a:t> données (1/2)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84E5B4-C022-B553-6E3B-D66FDA7B6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282520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Préparation des données (2/2)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8E716F-3764-1A71-F2C5-6490AA7F7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447107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360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34886"/>
            <a:ext cx="5666013" cy="4138711"/>
          </a:xfrm>
        </p:spPr>
        <p:txBody>
          <a:bodyPr anchor="ctr">
            <a:normAutofit/>
          </a:bodyPr>
          <a:lstStyle/>
          <a:p>
            <a:r>
              <a:rPr lang="en-GB" sz="2000"/>
              <a:t>Création de la variable building_age (2016 - YearBuilt)</a:t>
            </a:r>
          </a:p>
          <a:p>
            <a:endParaRPr lang="en-GB" sz="2000"/>
          </a:p>
          <a:p>
            <a:r>
              <a:rPr lang="en-GB" sz="2000"/>
              <a:t>Forte correlation avec variables cibles et variables predictrices notamment( Gaz,electrcitè et vapeur) donc transformation de ces variables en variables binaires pour èviter le Data leakage </a:t>
            </a:r>
          </a:p>
          <a:p>
            <a:pPr marL="0" indent="0">
              <a:buNone/>
            </a:pPr>
            <a:endParaRPr lang="en-GB" sz="2000"/>
          </a:p>
          <a:p>
            <a:r>
              <a:rPr lang="en-GB" sz="2000"/>
              <a:t>Utlisation de log 1 sur les variables cibles pour reduire le skewness des données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B0A7D-D69E-82AF-D8C1-7ADE62CB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69" r="3237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Méthodologie de modélisation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8CD83D-4C3C-7C76-1277-4AE4D58DDF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457974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/>
              <a:t>Évaluation des modèles</a:t>
            </a:r>
            <a:r>
              <a:rPr lang="en-US" sz="4000"/>
              <a:t> avec Electricitè, Vapeur, Gaz</a:t>
            </a:r>
            <a:endParaRPr sz="400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D48906E-2CE4-0BDB-1C58-4BB77C245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7816571"/>
              </p:ext>
            </p:extLst>
          </p:nvPr>
        </p:nvGraphicFramePr>
        <p:xfrm>
          <a:off x="609600" y="1600200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786">
                  <a:extLst>
                    <a:ext uri="{9D8B030D-6E8A-4147-A177-3AD203B41FA5}">
                      <a16:colId xmlns:a16="http://schemas.microsoft.com/office/drawing/2014/main" val="2890012212"/>
                    </a:ext>
                  </a:extLst>
                </a:gridCol>
                <a:gridCol w="3037114">
                  <a:extLst>
                    <a:ext uri="{9D8B030D-6E8A-4147-A177-3AD203B41FA5}">
                      <a16:colId xmlns:a16="http://schemas.microsoft.com/office/drawing/2014/main" val="1522878118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778846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086518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GB"/>
                        <a:t>Test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2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Random Forest Regressoor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91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14072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88C70BC1-7512-447C-87C9-AB3DD08CFC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20312"/>
              </p:ext>
            </p:extLst>
          </p:nvPr>
        </p:nvGraphicFramePr>
        <p:xfrm>
          <a:off x="609600" y="3973286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786">
                  <a:extLst>
                    <a:ext uri="{9D8B030D-6E8A-4147-A177-3AD203B41FA5}">
                      <a16:colId xmlns:a16="http://schemas.microsoft.com/office/drawing/2014/main" val="2890012212"/>
                    </a:ext>
                  </a:extLst>
                </a:gridCol>
                <a:gridCol w="3037114">
                  <a:extLst>
                    <a:ext uri="{9D8B030D-6E8A-4147-A177-3AD203B41FA5}">
                      <a16:colId xmlns:a16="http://schemas.microsoft.com/office/drawing/2014/main" val="1522878118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778846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086518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GB"/>
                        <a:t>Train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2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Random Forest Regressoor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91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140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46FD-4E27-D6B9-9707-04AA3EA4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9C08-282B-9FA7-7CA3-FD8076BD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/>
              <a:t>Évaluation des modèles</a:t>
            </a:r>
            <a:r>
              <a:rPr lang="en-US" sz="4000"/>
              <a:t> sans Electricitè, Vapeur, Gaz</a:t>
            </a:r>
            <a:endParaRPr sz="400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C6AC2FD-6662-4ACC-A9D2-FB0F39E51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502222"/>
              </p:ext>
            </p:extLst>
          </p:nvPr>
        </p:nvGraphicFramePr>
        <p:xfrm>
          <a:off x="609600" y="1600200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786">
                  <a:extLst>
                    <a:ext uri="{9D8B030D-6E8A-4147-A177-3AD203B41FA5}">
                      <a16:colId xmlns:a16="http://schemas.microsoft.com/office/drawing/2014/main" val="2890012212"/>
                    </a:ext>
                  </a:extLst>
                </a:gridCol>
                <a:gridCol w="3037114">
                  <a:extLst>
                    <a:ext uri="{9D8B030D-6E8A-4147-A177-3AD203B41FA5}">
                      <a16:colId xmlns:a16="http://schemas.microsoft.com/office/drawing/2014/main" val="1522878118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778846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086518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GB"/>
                        <a:t>Test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2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Random Forest Regressoor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91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14072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E2D6B393-4E3D-97B3-1E94-5855F46A2B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953302"/>
              </p:ext>
            </p:extLst>
          </p:nvPr>
        </p:nvGraphicFramePr>
        <p:xfrm>
          <a:off x="609600" y="3973286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786">
                  <a:extLst>
                    <a:ext uri="{9D8B030D-6E8A-4147-A177-3AD203B41FA5}">
                      <a16:colId xmlns:a16="http://schemas.microsoft.com/office/drawing/2014/main" val="2890012212"/>
                    </a:ext>
                  </a:extLst>
                </a:gridCol>
                <a:gridCol w="3037114">
                  <a:extLst>
                    <a:ext uri="{9D8B030D-6E8A-4147-A177-3AD203B41FA5}">
                      <a16:colId xmlns:a16="http://schemas.microsoft.com/office/drawing/2014/main" val="1522878118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778846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086518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GB"/>
                        <a:t>Train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2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Random Forest Regressoor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91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14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97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/>
              <a:t>Importance des variables avec les variables (electricite,gaz,vapeur)</a:t>
            </a:r>
          </a:p>
        </p:txBody>
      </p:sp>
      <p:pic>
        <p:nvPicPr>
          <p:cNvPr id="3" name="Picture 2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8B56BBB9-6DC0-FE19-3831-4F8DE28B5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4" y="2090057"/>
            <a:ext cx="5828261" cy="3859439"/>
          </a:xfrm>
          <a:prstGeom prst="rect">
            <a:avLst/>
          </a:prstGeom>
        </p:spPr>
      </p:pic>
      <p:pic>
        <p:nvPicPr>
          <p:cNvPr id="8" name="Content Placeholder 7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EB640771-4651-7F78-5772-B79F62F1A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97217" y="2024491"/>
            <a:ext cx="6113549" cy="3859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791C09-36C5-5A22-F742-8DD81885B2F1}"/>
              </a:ext>
            </a:extLst>
          </p:cNvPr>
          <p:cNvSpPr txBox="1"/>
          <p:nvPr/>
        </p:nvSpPr>
        <p:spPr>
          <a:xfrm>
            <a:off x="2106385" y="5888050"/>
            <a:ext cx="302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Avec Gradient Boostning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4994E-219C-7744-9166-8DA5C4A0EA60}"/>
              </a:ext>
            </a:extLst>
          </p:cNvPr>
          <p:cNvSpPr txBox="1"/>
          <p:nvPr/>
        </p:nvSpPr>
        <p:spPr>
          <a:xfrm>
            <a:off x="8115881" y="5888050"/>
            <a:ext cx="302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Avec Random Forest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4CC6-A973-4286-053D-7FC9569E6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D6F4-3863-954D-26EE-39D18282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/>
              <a:t>Évaluation de modèles</a:t>
            </a:r>
            <a:r>
              <a:rPr lang="en-US" sz="4000"/>
              <a:t> finale avec des variables finales</a:t>
            </a:r>
            <a:endParaRPr sz="400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1C1192A-6337-4A6E-D277-86F6DC56B1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574802"/>
              </p:ext>
            </p:extLst>
          </p:nvPr>
        </p:nvGraphicFramePr>
        <p:xfrm>
          <a:off x="1817914" y="1567545"/>
          <a:ext cx="8130324" cy="372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836">
                  <a:extLst>
                    <a:ext uri="{9D8B030D-6E8A-4147-A177-3AD203B41FA5}">
                      <a16:colId xmlns:a16="http://schemas.microsoft.com/office/drawing/2014/main" val="437805316"/>
                    </a:ext>
                  </a:extLst>
                </a:gridCol>
                <a:gridCol w="2254836">
                  <a:extLst>
                    <a:ext uri="{9D8B030D-6E8A-4147-A177-3AD203B41FA5}">
                      <a16:colId xmlns:a16="http://schemas.microsoft.com/office/drawing/2014/main" val="2778846003"/>
                    </a:ext>
                  </a:extLst>
                </a:gridCol>
                <a:gridCol w="3620652">
                  <a:extLst>
                    <a:ext uri="{9D8B030D-6E8A-4147-A177-3AD203B41FA5}">
                      <a16:colId xmlns:a16="http://schemas.microsoft.com/office/drawing/2014/main" val="2345840085"/>
                    </a:ext>
                  </a:extLst>
                </a:gridCol>
              </a:tblGrid>
              <a:tr h="666204">
                <a:tc gridSpan="3">
                  <a:txBody>
                    <a:bodyPr/>
                    <a:lstStyle/>
                    <a:p>
                      <a:pPr algn="ctr"/>
                      <a:r>
                        <a:rPr lang="en-GB"/>
                        <a:t>Gardient Boosting Regressor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01940"/>
                  </a:ext>
                </a:extLst>
              </a:tr>
              <a:tr h="666204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bg2"/>
                          </a:solidFill>
                        </a:rPr>
                        <a:t>Metrics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bg2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bg2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710855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8898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71519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140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D9B731-68AC-DBC7-D192-430A262F3E3A}"/>
              </a:ext>
            </a:extLst>
          </p:cNvPr>
          <p:cNvSpPr txBox="1"/>
          <p:nvPr/>
        </p:nvSpPr>
        <p:spPr>
          <a:xfrm>
            <a:off x="1404257" y="5649685"/>
            <a:ext cx="9666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Variables Predictrices: </a:t>
            </a:r>
            <a:r>
              <a:rPr lang="en-GB"/>
              <a:t>natural_gas_binary, LargestPropertyUseTypeGFA, PropertyGFATotal, electricity_binary, PropertyGFABuilding(s) ,  ENERGYSTARScore , building_age, NumberofFloors </a:t>
            </a:r>
          </a:p>
        </p:txBody>
      </p:sp>
    </p:spTree>
    <p:extLst>
      <p:ext uri="{BB962C8B-B14F-4D97-AF65-F5344CB8AC3E}">
        <p14:creationId xmlns:p14="http://schemas.microsoft.com/office/powerpoint/2010/main" val="47126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6F34A-227B-184F-5154-4443C088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AADD4-9FDA-8184-73A6-425B78878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5F5C5A-C941-3AEC-D0AA-A46DF8E17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E0CB8B-38E8-6B5B-6F16-EBB105EFB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CE501-9384-C361-07B6-6C9E8CE4D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57782-F0D9-4DC3-8C9D-A2F761C53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DCEC8B-D6BE-51A9-8CE1-CB11123D8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1675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735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C69C6-3172-9938-EB09-5C020526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7D2160-416A-2FC2-8EB1-E92678F0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D0F08-FF93-C0B8-F70A-3D3AFDD4F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1FDE8B-F1E1-514F-643F-C906B73F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078F7C-A73E-5394-1FD0-CFBACAA7C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050F69-20CE-8B19-4BF2-838E4FB3C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858DCE-431A-9D28-319A-1AC9668FF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BEFDD4-0032-50E1-3314-172217027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48AFF-4027-9FF4-E726-72EDD159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Deploiment du modèle sur Cloud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9E25BF-497B-97F6-0B04-C5DFD88AA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69CA7-36BD-28D3-5355-A3A9F7413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Présentation du modèle– Partie 2</a:t>
            </a:r>
          </a:p>
        </p:txBody>
      </p:sp>
    </p:spTree>
    <p:extLst>
      <p:ext uri="{BB962C8B-B14F-4D97-AF65-F5344CB8AC3E}">
        <p14:creationId xmlns:p14="http://schemas.microsoft.com/office/powerpoint/2010/main" val="287246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Déploiement du modèle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9232C2-7983-63B5-AFD5-BADA493E4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036792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Déploiement du modèle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B2126C-D66C-2DD2-DC36-45AC54784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64275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529</Words>
  <Application>Microsoft Macintosh PowerPoint</Application>
  <PresentationFormat>Widescreen</PresentationFormat>
  <Paragraphs>143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Modélisation supervisée sur la consommation énergétique</vt:lpstr>
      <vt:lpstr>Contexte du projet</vt:lpstr>
      <vt:lpstr>Préparation des données (1/2)</vt:lpstr>
      <vt:lpstr>Préparation des données (2/2)</vt:lpstr>
      <vt:lpstr>Feature Engineering</vt:lpstr>
      <vt:lpstr>Méthodologie de modélisation</vt:lpstr>
      <vt:lpstr>Évaluation des modèles avec Electricitè, Vapeur, Gaz</vt:lpstr>
      <vt:lpstr>Évaluation des modèles sans Electricitè, Vapeur, Gaz</vt:lpstr>
      <vt:lpstr>Importance des variables avec les variables (electricite,gaz,vapeur)</vt:lpstr>
      <vt:lpstr>Évaluation de modèles finale avec des variables finales</vt:lpstr>
      <vt:lpstr>Conclusion</vt:lpstr>
      <vt:lpstr>Deploiment du modèle sur Cloud</vt:lpstr>
      <vt:lpstr>Déploiement du modèle</vt:lpstr>
      <vt:lpstr>Déploiement du modèle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ABDELRASOUL Mahmoud</cp:lastModifiedBy>
  <cp:revision>5</cp:revision>
  <dcterms:created xsi:type="dcterms:W3CDTF">2013-01-27T09:14:16Z</dcterms:created>
  <dcterms:modified xsi:type="dcterms:W3CDTF">2025-09-10T12:13:30Z</dcterms:modified>
  <cp:category/>
</cp:coreProperties>
</file>